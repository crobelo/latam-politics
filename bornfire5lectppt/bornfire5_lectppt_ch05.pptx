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4"/>
  </p:sldMasterIdLst>
  <p:notesMasterIdLst>
    <p:notesMasterId r:id="rId33"/>
  </p:notesMasterIdLst>
  <p:sldIdLst>
    <p:sldId id="256" r:id="rId5"/>
    <p:sldId id="257" r:id="rId6"/>
    <p:sldId id="314" r:id="rId7"/>
    <p:sldId id="284" r:id="rId8"/>
    <p:sldId id="285" r:id="rId9"/>
    <p:sldId id="315" r:id="rId10"/>
    <p:sldId id="286" r:id="rId11"/>
    <p:sldId id="287" r:id="rId12"/>
    <p:sldId id="288" r:id="rId13"/>
    <p:sldId id="289" r:id="rId14"/>
    <p:sldId id="290" r:id="rId15"/>
    <p:sldId id="291" r:id="rId16"/>
    <p:sldId id="292" r:id="rId17"/>
    <p:sldId id="293" r:id="rId18"/>
    <p:sldId id="294" r:id="rId19"/>
    <p:sldId id="295" r:id="rId20"/>
    <p:sldId id="296" r:id="rId21"/>
    <p:sldId id="297" r:id="rId22"/>
    <p:sldId id="298" r:id="rId23"/>
    <p:sldId id="299" r:id="rId24"/>
    <p:sldId id="300" r:id="rId25"/>
    <p:sldId id="301" r:id="rId26"/>
    <p:sldId id="302" r:id="rId27"/>
    <p:sldId id="303" r:id="rId28"/>
    <p:sldId id="304" r:id="rId29"/>
    <p:sldId id="305" r:id="rId30"/>
    <p:sldId id="306" r:id="rId31"/>
    <p:sldId id="325" r:id="rId32"/>
  </p:sldIdLst>
  <p:sldSz cx="9144000" cy="6858000" type="screen4x3"/>
  <p:notesSz cx="6858000" cy="9144000"/>
  <p:defaultTextStyle>
    <a:defPPr>
      <a:defRPr lang="en-US"/>
    </a:defPPr>
    <a:lvl1pPr algn="l" rtl="0" eaLnBrk="0" fontAlgn="base" hangingPunct="0">
      <a:spcBef>
        <a:spcPct val="0"/>
      </a:spcBef>
      <a:spcAft>
        <a:spcPct val="0"/>
      </a:spcAft>
      <a:defRPr kern="1200">
        <a:solidFill>
          <a:schemeClr val="tx1"/>
        </a:solidFill>
        <a:latin typeface="Arial" charset="0"/>
        <a:ea typeface="ＭＳ Ｐゴシック" charset="-128"/>
        <a:cs typeface="+mn-cs"/>
      </a:defRPr>
    </a:lvl1pPr>
    <a:lvl2pPr marL="457200" algn="l" rtl="0" eaLnBrk="0" fontAlgn="base" hangingPunct="0">
      <a:spcBef>
        <a:spcPct val="0"/>
      </a:spcBef>
      <a:spcAft>
        <a:spcPct val="0"/>
      </a:spcAft>
      <a:defRPr kern="1200">
        <a:solidFill>
          <a:schemeClr val="tx1"/>
        </a:solidFill>
        <a:latin typeface="Arial" charset="0"/>
        <a:ea typeface="ＭＳ Ｐゴシック" charset="-128"/>
        <a:cs typeface="+mn-cs"/>
      </a:defRPr>
    </a:lvl2pPr>
    <a:lvl3pPr marL="914400" algn="l" rtl="0" eaLnBrk="0" fontAlgn="base" hangingPunct="0">
      <a:spcBef>
        <a:spcPct val="0"/>
      </a:spcBef>
      <a:spcAft>
        <a:spcPct val="0"/>
      </a:spcAft>
      <a:defRPr kern="1200">
        <a:solidFill>
          <a:schemeClr val="tx1"/>
        </a:solidFill>
        <a:latin typeface="Arial" charset="0"/>
        <a:ea typeface="ＭＳ Ｐゴシック" charset="-128"/>
        <a:cs typeface="+mn-cs"/>
      </a:defRPr>
    </a:lvl3pPr>
    <a:lvl4pPr marL="1371600" algn="l" rtl="0" eaLnBrk="0" fontAlgn="base" hangingPunct="0">
      <a:spcBef>
        <a:spcPct val="0"/>
      </a:spcBef>
      <a:spcAft>
        <a:spcPct val="0"/>
      </a:spcAft>
      <a:defRPr kern="1200">
        <a:solidFill>
          <a:schemeClr val="tx1"/>
        </a:solidFill>
        <a:latin typeface="Arial" charset="0"/>
        <a:ea typeface="ＭＳ Ｐゴシック" charset="-128"/>
        <a:cs typeface="+mn-cs"/>
      </a:defRPr>
    </a:lvl4pPr>
    <a:lvl5pPr marL="1828800" algn="l" rtl="0" eaLnBrk="0" fontAlgn="base" hangingPunct="0">
      <a:spcBef>
        <a:spcPct val="0"/>
      </a:spcBef>
      <a:spcAft>
        <a:spcPct val="0"/>
      </a:spcAft>
      <a:defRPr kern="1200">
        <a:solidFill>
          <a:schemeClr val="tx1"/>
        </a:solidFill>
        <a:latin typeface="Arial" charset="0"/>
        <a:ea typeface="ＭＳ Ｐゴシック" charset="-128"/>
        <a:cs typeface="+mn-cs"/>
      </a:defRPr>
    </a:lvl5pPr>
    <a:lvl6pPr marL="2286000" algn="l" defTabSz="914400" rtl="0" eaLnBrk="1" latinLnBrk="0" hangingPunct="1">
      <a:defRPr kern="1200">
        <a:solidFill>
          <a:schemeClr val="tx1"/>
        </a:solidFill>
        <a:latin typeface="Arial" charset="0"/>
        <a:ea typeface="ＭＳ Ｐゴシック" charset="-128"/>
        <a:cs typeface="+mn-cs"/>
      </a:defRPr>
    </a:lvl6pPr>
    <a:lvl7pPr marL="2743200" algn="l" defTabSz="914400" rtl="0" eaLnBrk="1" latinLnBrk="0" hangingPunct="1">
      <a:defRPr kern="1200">
        <a:solidFill>
          <a:schemeClr val="tx1"/>
        </a:solidFill>
        <a:latin typeface="Arial" charset="0"/>
        <a:ea typeface="ＭＳ Ｐゴシック" charset="-128"/>
        <a:cs typeface="+mn-cs"/>
      </a:defRPr>
    </a:lvl7pPr>
    <a:lvl8pPr marL="3200400" algn="l" defTabSz="914400" rtl="0" eaLnBrk="1" latinLnBrk="0" hangingPunct="1">
      <a:defRPr kern="1200">
        <a:solidFill>
          <a:schemeClr val="tx1"/>
        </a:solidFill>
        <a:latin typeface="Arial" charset="0"/>
        <a:ea typeface="ＭＳ Ｐゴシック" charset="-128"/>
        <a:cs typeface="+mn-cs"/>
      </a:defRPr>
    </a:lvl8pPr>
    <a:lvl9pPr marL="3657600" algn="l" defTabSz="914400" rtl="0" eaLnBrk="1" latinLnBrk="0" hangingPunct="1">
      <a:defRPr kern="1200">
        <a:solidFill>
          <a:schemeClr val="tx1"/>
        </a:solidFill>
        <a:latin typeface="Arial" charset="0"/>
        <a:ea typeface="ＭＳ Ｐゴシック" charset="-128"/>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3FCAC1D8-D0F2-BF4F-ACE7-00AAD188C1DE}" v="4" dt="2024-06-06T18:14:44.358"/>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31368"/>
    <p:restoredTop sz="78639"/>
  </p:normalViewPr>
  <p:slideViewPr>
    <p:cSldViewPr>
      <p:cViewPr varScale="1">
        <p:scale>
          <a:sx n="95" d="100"/>
          <a:sy n="95" d="100"/>
        </p:scale>
        <p:origin x="360" y="176"/>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21" Type="http://schemas.openxmlformats.org/officeDocument/2006/relationships/slide" Target="slides/slide17.xml"/><Relationship Id="rId34" Type="http://schemas.openxmlformats.org/officeDocument/2006/relationships/presProps" Target="presProps.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notesMaster" Target="notesMasters/notesMaster1.xml"/><Relationship Id="rId38" Type="http://schemas.microsoft.com/office/2015/10/relationships/revisionInfo" Target="revisionInfo.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29" Type="http://schemas.openxmlformats.org/officeDocument/2006/relationships/slide" Target="slides/slide25.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slide" Target="slides/slide28.xml"/><Relationship Id="rId37" Type="http://schemas.openxmlformats.org/officeDocument/2006/relationships/tableStyles" Target="tableStyle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theme" Target="theme/theme1.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slide" Target="slides/slide27.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viewProps" Target="viewProps.xml"/><Relationship Id="rId8" Type="http://schemas.openxmlformats.org/officeDocument/2006/relationships/slide" Target="slides/slide4.xml"/><Relationship Id="rId3" Type="http://schemas.openxmlformats.org/officeDocument/2006/relationships/customXml" Target="../customXml/item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eaLnBrk="1" fontAlgn="auto" hangingPunct="1">
              <a:spcBef>
                <a:spcPts val="0"/>
              </a:spcBef>
              <a:spcAft>
                <a:spcPts val="0"/>
              </a:spcAft>
              <a:defRPr sz="1200">
                <a:latin typeface="+mn-lt"/>
                <a:ea typeface="+mn-ea"/>
                <a:cs typeface="+mn-cs"/>
              </a:defRPr>
            </a:lvl1pPr>
          </a:lstStyle>
          <a:p>
            <a:pPr>
              <a:defRPr/>
            </a:pPr>
            <a:endParaRPr lang="en-US" dirty="0"/>
          </a:p>
        </p:txBody>
      </p:sp>
      <p:sp>
        <p:nvSpPr>
          <p:cNvPr id="3" name="Date Placeholder 2"/>
          <p:cNvSpPr>
            <a:spLocks noGrp="1"/>
          </p:cNvSpPr>
          <p:nvPr>
            <p:ph type="dt" idx="1"/>
          </p:nvPr>
        </p:nvSpPr>
        <p:spPr>
          <a:xfrm>
            <a:off x="3884613" y="0"/>
            <a:ext cx="2971800" cy="457200"/>
          </a:xfrm>
          <a:prstGeom prst="rect">
            <a:avLst/>
          </a:prstGeom>
        </p:spPr>
        <p:txBody>
          <a:bodyPr vert="horz" wrap="square" lIns="91440" tIns="45720" rIns="91440" bIns="45720" numCol="1" anchor="t" anchorCtr="0" compatLnSpc="1">
            <a:prstTxWarp prst="textNoShape">
              <a:avLst/>
            </a:prstTxWarp>
          </a:bodyPr>
          <a:lstStyle>
            <a:lvl1pPr algn="r" eaLnBrk="1" hangingPunct="1">
              <a:defRPr sz="1200" smtClean="0">
                <a:latin typeface="Calibri" charset="0"/>
              </a:defRPr>
            </a:lvl1pPr>
          </a:lstStyle>
          <a:p>
            <a:pPr>
              <a:defRPr/>
            </a:pPr>
            <a:fld id="{04E0ADD6-1E2C-B343-800E-BC4938C53667}" type="datetime1">
              <a:rPr lang="en-US" altLang="en-US"/>
              <a:pPr>
                <a:defRPr/>
              </a:pPr>
              <a:t>6/6/24</a:t>
            </a:fld>
            <a:endParaRPr lang="en-US" altLang="en-US" dirty="0"/>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pPr lvl="0"/>
            <a:endParaRPr lang="en-US" noProof="0" dirty="0"/>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eaLnBrk="1" fontAlgn="auto" hangingPunct="1">
              <a:spcBef>
                <a:spcPts val="0"/>
              </a:spcBef>
              <a:spcAft>
                <a:spcPts val="0"/>
              </a:spcAft>
              <a:defRPr sz="1200">
                <a:latin typeface="+mn-lt"/>
                <a:ea typeface="+mn-ea"/>
                <a:cs typeface="+mn-cs"/>
              </a:defRPr>
            </a:lvl1pPr>
          </a:lstStyle>
          <a:p>
            <a:pPr>
              <a:defRPr/>
            </a:pPr>
            <a:endParaRPr lang="en-US" dirty="0"/>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wrap="square" lIns="91440" tIns="45720" rIns="91440" bIns="45720" numCol="1" anchor="b" anchorCtr="0" compatLnSpc="1">
            <a:prstTxWarp prst="textNoShape">
              <a:avLst/>
            </a:prstTxWarp>
          </a:bodyPr>
          <a:lstStyle>
            <a:lvl1pPr algn="r" eaLnBrk="1" hangingPunct="1">
              <a:defRPr sz="1200" smtClean="0">
                <a:latin typeface="Calibri" charset="0"/>
              </a:defRPr>
            </a:lvl1pPr>
          </a:lstStyle>
          <a:p>
            <a:pPr>
              <a:defRPr/>
            </a:pPr>
            <a:fld id="{0B1538F8-7500-6944-B9F9-E7B05B75D1C3}" type="slidenum">
              <a:rPr lang="en-US" altLang="en-US"/>
              <a:pPr>
                <a:defRPr/>
              </a:pPr>
              <a:t>‹#›</a:t>
            </a:fld>
            <a:endParaRPr lang="en-US" altLang="en-US" dirty="0"/>
          </a:p>
        </p:txBody>
      </p:sp>
    </p:spTree>
    <p:extLst>
      <p:ext uri="{BB962C8B-B14F-4D97-AF65-F5344CB8AC3E}">
        <p14:creationId xmlns:p14="http://schemas.microsoft.com/office/powerpoint/2010/main" val="1340302966"/>
      </p:ext>
    </p:extLst>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mn-lt"/>
        <a:ea typeface="ＭＳ Ｐゴシック" charset="-128"/>
        <a:cs typeface="ＭＳ Ｐゴシック" charset="-128"/>
      </a:defRPr>
    </a:lvl1pPr>
    <a:lvl2pPr marL="457200" algn="l" rtl="0" eaLnBrk="0" fontAlgn="base" hangingPunct="0">
      <a:spcBef>
        <a:spcPct val="30000"/>
      </a:spcBef>
      <a:spcAft>
        <a:spcPct val="0"/>
      </a:spcAft>
      <a:defRPr sz="1200" kern="1200">
        <a:solidFill>
          <a:schemeClr val="tx1"/>
        </a:solidFill>
        <a:latin typeface="+mn-lt"/>
        <a:ea typeface="ＭＳ Ｐゴシック" charset="-128"/>
        <a:cs typeface="+mn-cs"/>
      </a:defRPr>
    </a:lvl2pPr>
    <a:lvl3pPr marL="914400" algn="l" rtl="0" eaLnBrk="0" fontAlgn="base" hangingPunct="0">
      <a:spcBef>
        <a:spcPct val="30000"/>
      </a:spcBef>
      <a:spcAft>
        <a:spcPct val="0"/>
      </a:spcAft>
      <a:defRPr sz="1200" kern="1200">
        <a:solidFill>
          <a:schemeClr val="tx1"/>
        </a:solidFill>
        <a:latin typeface="+mn-lt"/>
        <a:ea typeface="ＭＳ Ｐゴシック" charset="-128"/>
        <a:cs typeface="+mn-cs"/>
      </a:defRPr>
    </a:lvl3pPr>
    <a:lvl4pPr marL="1371600" algn="l" rtl="0" eaLnBrk="0" fontAlgn="base" hangingPunct="0">
      <a:spcBef>
        <a:spcPct val="30000"/>
      </a:spcBef>
      <a:spcAft>
        <a:spcPct val="0"/>
      </a:spcAft>
      <a:defRPr sz="1200" kern="1200">
        <a:solidFill>
          <a:schemeClr val="tx1"/>
        </a:solidFill>
        <a:latin typeface="+mn-lt"/>
        <a:ea typeface="ＭＳ Ｐゴシック" charset="-128"/>
        <a:cs typeface="+mn-cs"/>
      </a:defRPr>
    </a:lvl4pPr>
    <a:lvl5pPr marL="1828800" algn="l" rtl="0" eaLnBrk="0" fontAlgn="base" hangingPunct="0">
      <a:spcBef>
        <a:spcPct val="30000"/>
      </a:spcBef>
      <a:spcAft>
        <a:spcPct val="0"/>
      </a:spcAft>
      <a:defRPr sz="1200" kern="1200">
        <a:solidFill>
          <a:schemeClr val="tx1"/>
        </a:solidFill>
        <a:latin typeface="+mn-lt"/>
        <a:ea typeface="ＭＳ Ｐゴシック" charset="-128"/>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7"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 uri="{FAA26D3D-D897-4be2-8F04-BA451C77F1D7}">
              <ma14:placeholderFlag xmlns="" xmlns:ma14="http://schemas.microsoft.com/office/mac/drawingml/2011/main" val="1"/>
            </a:ext>
          </a:extLst>
        </p:spPr>
      </p:sp>
      <p:sp>
        <p:nvSpPr>
          <p:cNvPr id="14338"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FAA26D3D-D897-4be2-8F04-BA451C77F1D7}">
              <ma14:placeholderFlag xmlns="" xmlns:ma14="http://schemas.microsoft.com/office/mac/drawingml/2011/main" val="1"/>
            </a:ext>
          </a:extLst>
        </p:spPr>
        <p:txBody>
          <a:bodyPr wrap="square" numCol="1" anchor="t" anchorCtr="0" compatLnSpc="1">
            <a:prstTxWarp prst="textNoShape">
              <a:avLst/>
            </a:prstTxWarp>
          </a:bodyPr>
          <a:lstStyle/>
          <a:p>
            <a:pPr eaLnBrk="1" hangingPunct="1">
              <a:spcBef>
                <a:spcPct val="0"/>
              </a:spcBef>
            </a:pPr>
            <a:endParaRPr lang="en-US" altLang="en-US" dirty="0"/>
          </a:p>
        </p:txBody>
      </p:sp>
      <p:sp>
        <p:nvSpPr>
          <p:cNvPr id="14339" name="Slide Number Placeholder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Calibri" charset="0"/>
                <a:ea typeface="ＭＳ Ｐゴシック" charset="-128"/>
              </a:defRPr>
            </a:lvl1pPr>
            <a:lvl2pPr marL="742950" indent="-285750">
              <a:spcBef>
                <a:spcPct val="30000"/>
              </a:spcBef>
              <a:defRPr sz="1200">
                <a:solidFill>
                  <a:schemeClr val="tx1"/>
                </a:solidFill>
                <a:latin typeface="Calibri" charset="0"/>
                <a:ea typeface="ＭＳ Ｐゴシック" charset="-128"/>
              </a:defRPr>
            </a:lvl2pPr>
            <a:lvl3pPr marL="1143000" indent="-228600">
              <a:spcBef>
                <a:spcPct val="30000"/>
              </a:spcBef>
              <a:defRPr sz="1200">
                <a:solidFill>
                  <a:schemeClr val="tx1"/>
                </a:solidFill>
                <a:latin typeface="Calibri" charset="0"/>
                <a:ea typeface="ＭＳ Ｐゴシック" charset="-128"/>
              </a:defRPr>
            </a:lvl3pPr>
            <a:lvl4pPr marL="1600200" indent="-228600">
              <a:spcBef>
                <a:spcPct val="30000"/>
              </a:spcBef>
              <a:defRPr sz="1200">
                <a:solidFill>
                  <a:schemeClr val="tx1"/>
                </a:solidFill>
                <a:latin typeface="Calibri" charset="0"/>
                <a:ea typeface="ＭＳ Ｐゴシック" charset="-128"/>
              </a:defRPr>
            </a:lvl4pPr>
            <a:lvl5pPr marL="2057400" indent="-228600">
              <a:spcBef>
                <a:spcPct val="30000"/>
              </a:spcBef>
              <a:defRPr sz="1200">
                <a:solidFill>
                  <a:schemeClr val="tx1"/>
                </a:solidFill>
                <a:latin typeface="Calibri" charset="0"/>
                <a:ea typeface="ＭＳ Ｐゴシック" charset="-128"/>
              </a:defRPr>
            </a:lvl5pPr>
            <a:lvl6pPr marL="2514600" indent="-228600" eaLnBrk="0" fontAlgn="base" hangingPunct="0">
              <a:spcBef>
                <a:spcPct val="30000"/>
              </a:spcBef>
              <a:spcAft>
                <a:spcPct val="0"/>
              </a:spcAft>
              <a:defRPr sz="1200">
                <a:solidFill>
                  <a:schemeClr val="tx1"/>
                </a:solidFill>
                <a:latin typeface="Calibri" charset="0"/>
                <a:ea typeface="ＭＳ Ｐゴシック" charset="-128"/>
              </a:defRPr>
            </a:lvl6pPr>
            <a:lvl7pPr marL="2971800" indent="-228600" eaLnBrk="0" fontAlgn="base" hangingPunct="0">
              <a:spcBef>
                <a:spcPct val="30000"/>
              </a:spcBef>
              <a:spcAft>
                <a:spcPct val="0"/>
              </a:spcAft>
              <a:defRPr sz="1200">
                <a:solidFill>
                  <a:schemeClr val="tx1"/>
                </a:solidFill>
                <a:latin typeface="Calibri" charset="0"/>
                <a:ea typeface="ＭＳ Ｐゴシック" charset="-128"/>
              </a:defRPr>
            </a:lvl7pPr>
            <a:lvl8pPr marL="3429000" indent="-228600" eaLnBrk="0" fontAlgn="base" hangingPunct="0">
              <a:spcBef>
                <a:spcPct val="30000"/>
              </a:spcBef>
              <a:spcAft>
                <a:spcPct val="0"/>
              </a:spcAft>
              <a:defRPr sz="1200">
                <a:solidFill>
                  <a:schemeClr val="tx1"/>
                </a:solidFill>
                <a:latin typeface="Calibri" charset="0"/>
                <a:ea typeface="ＭＳ Ｐゴシック" charset="-128"/>
              </a:defRPr>
            </a:lvl8pPr>
            <a:lvl9pPr marL="3886200" indent="-228600" eaLnBrk="0" fontAlgn="base" hangingPunct="0">
              <a:spcBef>
                <a:spcPct val="30000"/>
              </a:spcBef>
              <a:spcAft>
                <a:spcPct val="0"/>
              </a:spcAft>
              <a:defRPr sz="1200">
                <a:solidFill>
                  <a:schemeClr val="tx1"/>
                </a:solidFill>
                <a:latin typeface="Calibri" charset="0"/>
                <a:ea typeface="ＭＳ Ｐゴシック" charset="-128"/>
              </a:defRPr>
            </a:lvl9pPr>
          </a:lstStyle>
          <a:p>
            <a:pPr>
              <a:spcBef>
                <a:spcPct val="0"/>
              </a:spcBef>
            </a:pPr>
            <a:fld id="{292F2F4D-9A2B-CB40-B0DC-37BE5C54AC80}" type="slidenum">
              <a:rPr lang="en-US" altLang="en-US"/>
              <a:pPr>
                <a:spcBef>
                  <a:spcPct val="0"/>
                </a:spcBef>
              </a:pPr>
              <a:t>1</a:t>
            </a:fld>
            <a:endParaRPr lang="en-US" altLang="en-US" dirty="0"/>
          </a:p>
        </p:txBody>
      </p:sp>
    </p:spTree>
    <p:extLst>
      <p:ext uri="{BB962C8B-B14F-4D97-AF65-F5344CB8AC3E}">
        <p14:creationId xmlns:p14="http://schemas.microsoft.com/office/powerpoint/2010/main" val="190887878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5"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 uri="{FAA26D3D-D897-4be2-8F04-BA451C77F1D7}">
              <ma14:placeholderFlag xmlns="" xmlns:ma14="http://schemas.microsoft.com/office/mac/drawingml/2011/main" val="1"/>
            </a:ext>
          </a:extLst>
        </p:spPr>
      </p:sp>
      <p:sp>
        <p:nvSpPr>
          <p:cNvPr id="16386"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FAA26D3D-D897-4be2-8F04-BA451C77F1D7}">
              <ma14:placeholderFlag xmlns="" xmlns:ma14="http://schemas.microsoft.com/office/mac/drawingml/2011/main" val="1"/>
            </a:ext>
          </a:extLst>
        </p:spPr>
        <p:txBody>
          <a:bodyPr wrap="square" numCol="1" anchor="t" anchorCtr="0" compatLnSpc="1">
            <a:prstTxWarp prst="textNoShape">
              <a:avLst/>
            </a:prstTxWarp>
          </a:bodyPr>
          <a:lstStyle/>
          <a:p>
            <a:pPr eaLnBrk="1" hangingPunct="1">
              <a:spcBef>
                <a:spcPct val="0"/>
              </a:spcBef>
            </a:pPr>
            <a:endParaRPr lang="en-US" altLang="en-US" dirty="0"/>
          </a:p>
        </p:txBody>
      </p:sp>
      <p:sp>
        <p:nvSpPr>
          <p:cNvPr id="16387" name="Slide Number Placeholder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Calibri" charset="0"/>
                <a:ea typeface="ＭＳ Ｐゴシック" charset="-128"/>
              </a:defRPr>
            </a:lvl1pPr>
            <a:lvl2pPr marL="742950" indent="-285750">
              <a:spcBef>
                <a:spcPct val="30000"/>
              </a:spcBef>
              <a:defRPr sz="1200">
                <a:solidFill>
                  <a:schemeClr val="tx1"/>
                </a:solidFill>
                <a:latin typeface="Calibri" charset="0"/>
                <a:ea typeface="ＭＳ Ｐゴシック" charset="-128"/>
              </a:defRPr>
            </a:lvl2pPr>
            <a:lvl3pPr marL="1143000" indent="-228600">
              <a:spcBef>
                <a:spcPct val="30000"/>
              </a:spcBef>
              <a:defRPr sz="1200">
                <a:solidFill>
                  <a:schemeClr val="tx1"/>
                </a:solidFill>
                <a:latin typeface="Calibri" charset="0"/>
                <a:ea typeface="ＭＳ Ｐゴシック" charset="-128"/>
              </a:defRPr>
            </a:lvl3pPr>
            <a:lvl4pPr marL="1600200" indent="-228600">
              <a:spcBef>
                <a:spcPct val="30000"/>
              </a:spcBef>
              <a:defRPr sz="1200">
                <a:solidFill>
                  <a:schemeClr val="tx1"/>
                </a:solidFill>
                <a:latin typeface="Calibri" charset="0"/>
                <a:ea typeface="ＭＳ Ｐゴシック" charset="-128"/>
              </a:defRPr>
            </a:lvl4pPr>
            <a:lvl5pPr marL="2057400" indent="-228600">
              <a:spcBef>
                <a:spcPct val="30000"/>
              </a:spcBef>
              <a:defRPr sz="1200">
                <a:solidFill>
                  <a:schemeClr val="tx1"/>
                </a:solidFill>
                <a:latin typeface="Calibri" charset="0"/>
                <a:ea typeface="ＭＳ Ｐゴシック" charset="-128"/>
              </a:defRPr>
            </a:lvl5pPr>
            <a:lvl6pPr marL="2514600" indent="-228600" eaLnBrk="0" fontAlgn="base" hangingPunct="0">
              <a:spcBef>
                <a:spcPct val="30000"/>
              </a:spcBef>
              <a:spcAft>
                <a:spcPct val="0"/>
              </a:spcAft>
              <a:defRPr sz="1200">
                <a:solidFill>
                  <a:schemeClr val="tx1"/>
                </a:solidFill>
                <a:latin typeface="Calibri" charset="0"/>
                <a:ea typeface="ＭＳ Ｐゴシック" charset="-128"/>
              </a:defRPr>
            </a:lvl6pPr>
            <a:lvl7pPr marL="2971800" indent="-228600" eaLnBrk="0" fontAlgn="base" hangingPunct="0">
              <a:spcBef>
                <a:spcPct val="30000"/>
              </a:spcBef>
              <a:spcAft>
                <a:spcPct val="0"/>
              </a:spcAft>
              <a:defRPr sz="1200">
                <a:solidFill>
                  <a:schemeClr val="tx1"/>
                </a:solidFill>
                <a:latin typeface="Calibri" charset="0"/>
                <a:ea typeface="ＭＳ Ｐゴシック" charset="-128"/>
              </a:defRPr>
            </a:lvl7pPr>
            <a:lvl8pPr marL="3429000" indent="-228600" eaLnBrk="0" fontAlgn="base" hangingPunct="0">
              <a:spcBef>
                <a:spcPct val="30000"/>
              </a:spcBef>
              <a:spcAft>
                <a:spcPct val="0"/>
              </a:spcAft>
              <a:defRPr sz="1200">
                <a:solidFill>
                  <a:schemeClr val="tx1"/>
                </a:solidFill>
                <a:latin typeface="Calibri" charset="0"/>
                <a:ea typeface="ＭＳ Ｐゴシック" charset="-128"/>
              </a:defRPr>
            </a:lvl8pPr>
            <a:lvl9pPr marL="3886200" indent="-228600" eaLnBrk="0" fontAlgn="base" hangingPunct="0">
              <a:spcBef>
                <a:spcPct val="30000"/>
              </a:spcBef>
              <a:spcAft>
                <a:spcPct val="0"/>
              </a:spcAft>
              <a:defRPr sz="1200">
                <a:solidFill>
                  <a:schemeClr val="tx1"/>
                </a:solidFill>
                <a:latin typeface="Calibri" charset="0"/>
                <a:ea typeface="ＭＳ Ｐゴシック" charset="-128"/>
              </a:defRPr>
            </a:lvl9pPr>
          </a:lstStyle>
          <a:p>
            <a:pPr>
              <a:spcBef>
                <a:spcPct val="0"/>
              </a:spcBef>
            </a:pPr>
            <a:fld id="{628A8C83-C1BF-E546-AF36-14F92FD46865}" type="slidenum">
              <a:rPr lang="en-US" altLang="en-US"/>
              <a:pPr>
                <a:spcBef>
                  <a:spcPct val="0"/>
                </a:spcBef>
              </a:pPr>
              <a:t>2</a:t>
            </a:fld>
            <a:endParaRPr lang="en-US" altLang="en-US" dirty="0"/>
          </a:p>
        </p:txBody>
      </p:sp>
    </p:spTree>
    <p:extLst>
      <p:ext uri="{BB962C8B-B14F-4D97-AF65-F5344CB8AC3E}">
        <p14:creationId xmlns:p14="http://schemas.microsoft.com/office/powerpoint/2010/main" val="1265652445"/>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b="1" dirty="0"/>
              <a:t>NEW NATIONS OF LATIN AMERICA, 1811–39</a:t>
            </a:r>
          </a:p>
        </p:txBody>
      </p:sp>
      <p:sp>
        <p:nvSpPr>
          <p:cNvPr id="4" name="Slide Number Placeholder 3"/>
          <p:cNvSpPr>
            <a:spLocks noGrp="1"/>
          </p:cNvSpPr>
          <p:nvPr>
            <p:ph type="sldNum" sz="quarter" idx="10"/>
          </p:nvPr>
        </p:nvSpPr>
        <p:spPr/>
        <p:txBody>
          <a:bodyPr/>
          <a:lstStyle/>
          <a:p>
            <a:fld id="{C9CDF101-C185-844F-9839-0B79CB8E1A4A}" type="slidenum">
              <a:rPr lang="en-US" smtClean="0"/>
              <a:pPr/>
              <a:t>3</a:t>
            </a:fld>
            <a:endParaRPr lang="en-US"/>
          </a:p>
        </p:txBody>
      </p:sp>
    </p:spTree>
    <p:extLst>
      <p:ext uri="{BB962C8B-B14F-4D97-AF65-F5344CB8AC3E}">
        <p14:creationId xmlns:p14="http://schemas.microsoft.com/office/powerpoint/2010/main" val="1940174239"/>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3"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 uri="{FAA26D3D-D897-4be2-8F04-BA451C77F1D7}">
              <ma14:placeholderFlag xmlns="" xmlns:ma14="http://schemas.microsoft.com/office/mac/drawingml/2011/main" val="1"/>
            </a:ext>
          </a:extLst>
        </p:spPr>
      </p:sp>
      <p:sp>
        <p:nvSpPr>
          <p:cNvPr id="18434"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FAA26D3D-D897-4be2-8F04-BA451C77F1D7}">
              <ma14:placeholderFlag xmlns="" xmlns:ma14="http://schemas.microsoft.com/office/mac/drawingml/2011/main" val="1"/>
            </a:ext>
          </a:extLst>
        </p:spPr>
        <p:txBody>
          <a:bodyPr wrap="square" numCol="1" anchor="t" anchorCtr="0" compatLnSpc="1">
            <a:prstTxWarp prst="textNoShape">
              <a:avLst/>
            </a:prstTxWarp>
          </a:bodyPr>
          <a:lstStyle/>
          <a:p>
            <a:endParaRPr lang="en-US" altLang="en-US" dirty="0"/>
          </a:p>
        </p:txBody>
      </p:sp>
      <p:sp>
        <p:nvSpPr>
          <p:cNvPr id="18435" name="Slide Number Placeholder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Calibri" charset="0"/>
                <a:ea typeface="ＭＳ Ｐゴシック" charset="-128"/>
              </a:defRPr>
            </a:lvl1pPr>
            <a:lvl2pPr marL="742950" indent="-285750">
              <a:spcBef>
                <a:spcPct val="30000"/>
              </a:spcBef>
              <a:defRPr sz="1200">
                <a:solidFill>
                  <a:schemeClr val="tx1"/>
                </a:solidFill>
                <a:latin typeface="Calibri" charset="0"/>
                <a:ea typeface="ＭＳ Ｐゴシック" charset="-128"/>
              </a:defRPr>
            </a:lvl2pPr>
            <a:lvl3pPr marL="1143000" indent="-228600">
              <a:spcBef>
                <a:spcPct val="30000"/>
              </a:spcBef>
              <a:defRPr sz="1200">
                <a:solidFill>
                  <a:schemeClr val="tx1"/>
                </a:solidFill>
                <a:latin typeface="Calibri" charset="0"/>
                <a:ea typeface="ＭＳ Ｐゴシック" charset="-128"/>
              </a:defRPr>
            </a:lvl3pPr>
            <a:lvl4pPr marL="1600200" indent="-228600">
              <a:spcBef>
                <a:spcPct val="30000"/>
              </a:spcBef>
              <a:defRPr sz="1200">
                <a:solidFill>
                  <a:schemeClr val="tx1"/>
                </a:solidFill>
                <a:latin typeface="Calibri" charset="0"/>
                <a:ea typeface="ＭＳ Ｐゴシック" charset="-128"/>
              </a:defRPr>
            </a:lvl4pPr>
            <a:lvl5pPr marL="2057400" indent="-228600">
              <a:spcBef>
                <a:spcPct val="30000"/>
              </a:spcBef>
              <a:defRPr sz="1200">
                <a:solidFill>
                  <a:schemeClr val="tx1"/>
                </a:solidFill>
                <a:latin typeface="Calibri" charset="0"/>
                <a:ea typeface="ＭＳ Ｐゴシック" charset="-128"/>
              </a:defRPr>
            </a:lvl5pPr>
            <a:lvl6pPr marL="2514600" indent="-228600" eaLnBrk="0" fontAlgn="base" hangingPunct="0">
              <a:spcBef>
                <a:spcPct val="30000"/>
              </a:spcBef>
              <a:spcAft>
                <a:spcPct val="0"/>
              </a:spcAft>
              <a:defRPr sz="1200">
                <a:solidFill>
                  <a:schemeClr val="tx1"/>
                </a:solidFill>
                <a:latin typeface="Calibri" charset="0"/>
                <a:ea typeface="ＭＳ Ｐゴシック" charset="-128"/>
              </a:defRPr>
            </a:lvl6pPr>
            <a:lvl7pPr marL="2971800" indent="-228600" eaLnBrk="0" fontAlgn="base" hangingPunct="0">
              <a:spcBef>
                <a:spcPct val="30000"/>
              </a:spcBef>
              <a:spcAft>
                <a:spcPct val="0"/>
              </a:spcAft>
              <a:defRPr sz="1200">
                <a:solidFill>
                  <a:schemeClr val="tx1"/>
                </a:solidFill>
                <a:latin typeface="Calibri" charset="0"/>
                <a:ea typeface="ＭＳ Ｐゴシック" charset="-128"/>
              </a:defRPr>
            </a:lvl7pPr>
            <a:lvl8pPr marL="3429000" indent="-228600" eaLnBrk="0" fontAlgn="base" hangingPunct="0">
              <a:spcBef>
                <a:spcPct val="30000"/>
              </a:spcBef>
              <a:spcAft>
                <a:spcPct val="0"/>
              </a:spcAft>
              <a:defRPr sz="1200">
                <a:solidFill>
                  <a:schemeClr val="tx1"/>
                </a:solidFill>
                <a:latin typeface="Calibri" charset="0"/>
                <a:ea typeface="ＭＳ Ｐゴシック" charset="-128"/>
              </a:defRPr>
            </a:lvl8pPr>
            <a:lvl9pPr marL="3886200" indent="-228600" eaLnBrk="0" fontAlgn="base" hangingPunct="0">
              <a:spcBef>
                <a:spcPct val="30000"/>
              </a:spcBef>
              <a:spcAft>
                <a:spcPct val="0"/>
              </a:spcAft>
              <a:defRPr sz="1200">
                <a:solidFill>
                  <a:schemeClr val="tx1"/>
                </a:solidFill>
                <a:latin typeface="Calibri" charset="0"/>
                <a:ea typeface="ＭＳ Ｐゴシック" charset="-128"/>
              </a:defRPr>
            </a:lvl9pPr>
          </a:lstStyle>
          <a:p>
            <a:pPr>
              <a:spcBef>
                <a:spcPct val="0"/>
              </a:spcBef>
            </a:pPr>
            <a:fld id="{87C70FEF-6A39-9941-951A-EF1213391B2D}" type="slidenum">
              <a:rPr lang="en-US" altLang="en-US"/>
              <a:pPr>
                <a:spcBef>
                  <a:spcPct val="0"/>
                </a:spcBef>
              </a:pPr>
              <a:t>4</a:t>
            </a:fld>
            <a:endParaRPr lang="en-US" altLang="en-US" dirty="0"/>
          </a:p>
        </p:txBody>
      </p:sp>
    </p:spTree>
    <p:extLst>
      <p:ext uri="{BB962C8B-B14F-4D97-AF65-F5344CB8AC3E}">
        <p14:creationId xmlns:p14="http://schemas.microsoft.com/office/powerpoint/2010/main" val="995119580"/>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1"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 uri="{FAA26D3D-D897-4be2-8F04-BA451C77F1D7}">
              <ma14:placeholderFlag xmlns="" xmlns:ma14="http://schemas.microsoft.com/office/mac/drawingml/2011/main" val="1"/>
            </a:ext>
          </a:extLst>
        </p:spPr>
      </p:sp>
      <p:sp>
        <p:nvSpPr>
          <p:cNvPr id="20482"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FAA26D3D-D897-4be2-8F04-BA451C77F1D7}">
              <ma14:placeholderFlag xmlns="" xmlns:ma14="http://schemas.microsoft.com/office/mac/drawingml/2011/main" val="1"/>
            </a:ext>
          </a:extLst>
        </p:spPr>
        <p:txBody>
          <a:bodyPr wrap="square" numCol="1" anchor="t" anchorCtr="0" compatLnSpc="1">
            <a:prstTxWarp prst="textNoShape">
              <a:avLst/>
            </a:prstTxWarp>
          </a:bodyPr>
          <a:lstStyle/>
          <a:p>
            <a:endParaRPr lang="en-US" altLang="en-US" dirty="0"/>
          </a:p>
        </p:txBody>
      </p:sp>
      <p:sp>
        <p:nvSpPr>
          <p:cNvPr id="20483" name="Slide Number Placeholder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Calibri" charset="0"/>
                <a:ea typeface="ＭＳ Ｐゴシック" charset="-128"/>
              </a:defRPr>
            </a:lvl1pPr>
            <a:lvl2pPr marL="742950" indent="-285750">
              <a:spcBef>
                <a:spcPct val="30000"/>
              </a:spcBef>
              <a:defRPr sz="1200">
                <a:solidFill>
                  <a:schemeClr val="tx1"/>
                </a:solidFill>
                <a:latin typeface="Calibri" charset="0"/>
                <a:ea typeface="ＭＳ Ｐゴシック" charset="-128"/>
              </a:defRPr>
            </a:lvl2pPr>
            <a:lvl3pPr marL="1143000" indent="-228600">
              <a:spcBef>
                <a:spcPct val="30000"/>
              </a:spcBef>
              <a:defRPr sz="1200">
                <a:solidFill>
                  <a:schemeClr val="tx1"/>
                </a:solidFill>
                <a:latin typeface="Calibri" charset="0"/>
                <a:ea typeface="ＭＳ Ｐゴシック" charset="-128"/>
              </a:defRPr>
            </a:lvl3pPr>
            <a:lvl4pPr marL="1600200" indent="-228600">
              <a:spcBef>
                <a:spcPct val="30000"/>
              </a:spcBef>
              <a:defRPr sz="1200">
                <a:solidFill>
                  <a:schemeClr val="tx1"/>
                </a:solidFill>
                <a:latin typeface="Calibri" charset="0"/>
                <a:ea typeface="ＭＳ Ｐゴシック" charset="-128"/>
              </a:defRPr>
            </a:lvl4pPr>
            <a:lvl5pPr marL="2057400" indent="-228600">
              <a:spcBef>
                <a:spcPct val="30000"/>
              </a:spcBef>
              <a:defRPr sz="1200">
                <a:solidFill>
                  <a:schemeClr val="tx1"/>
                </a:solidFill>
                <a:latin typeface="Calibri" charset="0"/>
                <a:ea typeface="ＭＳ Ｐゴシック" charset="-128"/>
              </a:defRPr>
            </a:lvl5pPr>
            <a:lvl6pPr marL="2514600" indent="-228600" eaLnBrk="0" fontAlgn="base" hangingPunct="0">
              <a:spcBef>
                <a:spcPct val="30000"/>
              </a:spcBef>
              <a:spcAft>
                <a:spcPct val="0"/>
              </a:spcAft>
              <a:defRPr sz="1200">
                <a:solidFill>
                  <a:schemeClr val="tx1"/>
                </a:solidFill>
                <a:latin typeface="Calibri" charset="0"/>
                <a:ea typeface="ＭＳ Ｐゴシック" charset="-128"/>
              </a:defRPr>
            </a:lvl6pPr>
            <a:lvl7pPr marL="2971800" indent="-228600" eaLnBrk="0" fontAlgn="base" hangingPunct="0">
              <a:spcBef>
                <a:spcPct val="30000"/>
              </a:spcBef>
              <a:spcAft>
                <a:spcPct val="0"/>
              </a:spcAft>
              <a:defRPr sz="1200">
                <a:solidFill>
                  <a:schemeClr val="tx1"/>
                </a:solidFill>
                <a:latin typeface="Calibri" charset="0"/>
                <a:ea typeface="ＭＳ Ｐゴシック" charset="-128"/>
              </a:defRPr>
            </a:lvl7pPr>
            <a:lvl8pPr marL="3429000" indent="-228600" eaLnBrk="0" fontAlgn="base" hangingPunct="0">
              <a:spcBef>
                <a:spcPct val="30000"/>
              </a:spcBef>
              <a:spcAft>
                <a:spcPct val="0"/>
              </a:spcAft>
              <a:defRPr sz="1200">
                <a:solidFill>
                  <a:schemeClr val="tx1"/>
                </a:solidFill>
                <a:latin typeface="Calibri" charset="0"/>
                <a:ea typeface="ＭＳ Ｐゴシック" charset="-128"/>
              </a:defRPr>
            </a:lvl8pPr>
            <a:lvl9pPr marL="3886200" indent="-228600" eaLnBrk="0" fontAlgn="base" hangingPunct="0">
              <a:spcBef>
                <a:spcPct val="30000"/>
              </a:spcBef>
              <a:spcAft>
                <a:spcPct val="0"/>
              </a:spcAft>
              <a:defRPr sz="1200">
                <a:solidFill>
                  <a:schemeClr val="tx1"/>
                </a:solidFill>
                <a:latin typeface="Calibri" charset="0"/>
                <a:ea typeface="ＭＳ Ｐゴシック" charset="-128"/>
              </a:defRPr>
            </a:lvl9pPr>
          </a:lstStyle>
          <a:p>
            <a:pPr>
              <a:spcBef>
                <a:spcPct val="0"/>
              </a:spcBef>
            </a:pPr>
            <a:fld id="{20EFAE66-9B0A-C042-A4CC-F387CE817972}" type="slidenum">
              <a:rPr lang="en-US" altLang="en-US"/>
              <a:pPr>
                <a:spcBef>
                  <a:spcPct val="0"/>
                </a:spcBef>
              </a:pPr>
              <a:t>5</a:t>
            </a:fld>
            <a:endParaRPr lang="en-US" altLang="en-US" dirty="0"/>
          </a:p>
        </p:txBody>
      </p:sp>
    </p:spTree>
    <p:extLst>
      <p:ext uri="{BB962C8B-B14F-4D97-AF65-F5344CB8AC3E}">
        <p14:creationId xmlns:p14="http://schemas.microsoft.com/office/powerpoint/2010/main" val="372138224"/>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b="1" dirty="0"/>
              <a:t>COSTUMBRISMO</a:t>
            </a:r>
            <a:r>
              <a:rPr lang="en-US" dirty="0"/>
              <a:t>. In search of distinctive national identities, </a:t>
            </a:r>
            <a:r>
              <a:rPr lang="en-US" dirty="0" err="1"/>
              <a:t>costumbrista</a:t>
            </a:r>
            <a:r>
              <a:rPr lang="en-US" dirty="0"/>
              <a:t> painting often focused meticulously on clothing presented as “typical,” in this case, of various classes in mid-nineteenth-century Mexico. </a:t>
            </a:r>
            <a:r>
              <a:rPr lang="en-US" i="1" dirty="0" err="1"/>
              <a:t>Biblioteca</a:t>
            </a:r>
            <a:r>
              <a:rPr lang="en-US" i="1" dirty="0"/>
              <a:t> National de Mexico, Mexico/Bridgeman Images.</a:t>
            </a:r>
          </a:p>
        </p:txBody>
      </p:sp>
      <p:sp>
        <p:nvSpPr>
          <p:cNvPr id="4" name="Slide Number Placeholder 3"/>
          <p:cNvSpPr>
            <a:spLocks noGrp="1"/>
          </p:cNvSpPr>
          <p:nvPr>
            <p:ph type="sldNum" sz="quarter" idx="10"/>
          </p:nvPr>
        </p:nvSpPr>
        <p:spPr/>
        <p:txBody>
          <a:bodyPr/>
          <a:lstStyle/>
          <a:p>
            <a:fld id="{C9CDF101-C185-844F-9839-0B79CB8E1A4A}" type="slidenum">
              <a:rPr lang="en-US" smtClean="0"/>
              <a:pPr/>
              <a:t>6</a:t>
            </a:fld>
            <a:endParaRPr lang="en-US"/>
          </a:p>
        </p:txBody>
      </p:sp>
    </p:spTree>
    <p:extLst>
      <p:ext uri="{BB962C8B-B14F-4D97-AF65-F5344CB8AC3E}">
        <p14:creationId xmlns:p14="http://schemas.microsoft.com/office/powerpoint/2010/main" val="1834228050"/>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29"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 uri="{FAA26D3D-D897-4be2-8F04-BA451C77F1D7}">
              <ma14:placeholderFlag xmlns="" xmlns:ma14="http://schemas.microsoft.com/office/mac/drawingml/2011/main" val="1"/>
            </a:ext>
          </a:extLst>
        </p:spPr>
      </p:sp>
      <p:sp>
        <p:nvSpPr>
          <p:cNvPr id="22530"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FAA26D3D-D897-4be2-8F04-BA451C77F1D7}">
              <ma14:placeholderFlag xmlns="" xmlns:ma14="http://schemas.microsoft.com/office/mac/drawingml/2011/main" val="1"/>
            </a:ext>
          </a:extLst>
        </p:spPr>
        <p:txBody>
          <a:bodyPr wrap="square" numCol="1" anchor="t" anchorCtr="0" compatLnSpc="1">
            <a:prstTxWarp prst="textNoShape">
              <a:avLst/>
            </a:prstTxWarp>
          </a:bodyPr>
          <a:lstStyle/>
          <a:p>
            <a:endParaRPr lang="en-US" altLang="en-US" dirty="0"/>
          </a:p>
        </p:txBody>
      </p:sp>
      <p:sp>
        <p:nvSpPr>
          <p:cNvPr id="22531" name="Slide Number Placeholder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Calibri" charset="0"/>
                <a:ea typeface="ＭＳ Ｐゴシック" charset="-128"/>
              </a:defRPr>
            </a:lvl1pPr>
            <a:lvl2pPr marL="742950" indent="-285750">
              <a:spcBef>
                <a:spcPct val="30000"/>
              </a:spcBef>
              <a:defRPr sz="1200">
                <a:solidFill>
                  <a:schemeClr val="tx1"/>
                </a:solidFill>
                <a:latin typeface="Calibri" charset="0"/>
                <a:ea typeface="ＭＳ Ｐゴシック" charset="-128"/>
              </a:defRPr>
            </a:lvl2pPr>
            <a:lvl3pPr marL="1143000" indent="-228600">
              <a:spcBef>
                <a:spcPct val="30000"/>
              </a:spcBef>
              <a:defRPr sz="1200">
                <a:solidFill>
                  <a:schemeClr val="tx1"/>
                </a:solidFill>
                <a:latin typeface="Calibri" charset="0"/>
                <a:ea typeface="ＭＳ Ｐゴシック" charset="-128"/>
              </a:defRPr>
            </a:lvl3pPr>
            <a:lvl4pPr marL="1600200" indent="-228600">
              <a:spcBef>
                <a:spcPct val="30000"/>
              </a:spcBef>
              <a:defRPr sz="1200">
                <a:solidFill>
                  <a:schemeClr val="tx1"/>
                </a:solidFill>
                <a:latin typeface="Calibri" charset="0"/>
                <a:ea typeface="ＭＳ Ｐゴシック" charset="-128"/>
              </a:defRPr>
            </a:lvl4pPr>
            <a:lvl5pPr marL="2057400" indent="-228600">
              <a:spcBef>
                <a:spcPct val="30000"/>
              </a:spcBef>
              <a:defRPr sz="1200">
                <a:solidFill>
                  <a:schemeClr val="tx1"/>
                </a:solidFill>
                <a:latin typeface="Calibri" charset="0"/>
                <a:ea typeface="ＭＳ Ｐゴシック" charset="-128"/>
              </a:defRPr>
            </a:lvl5pPr>
            <a:lvl6pPr marL="2514600" indent="-228600" eaLnBrk="0" fontAlgn="base" hangingPunct="0">
              <a:spcBef>
                <a:spcPct val="30000"/>
              </a:spcBef>
              <a:spcAft>
                <a:spcPct val="0"/>
              </a:spcAft>
              <a:defRPr sz="1200">
                <a:solidFill>
                  <a:schemeClr val="tx1"/>
                </a:solidFill>
                <a:latin typeface="Calibri" charset="0"/>
                <a:ea typeface="ＭＳ Ｐゴシック" charset="-128"/>
              </a:defRPr>
            </a:lvl6pPr>
            <a:lvl7pPr marL="2971800" indent="-228600" eaLnBrk="0" fontAlgn="base" hangingPunct="0">
              <a:spcBef>
                <a:spcPct val="30000"/>
              </a:spcBef>
              <a:spcAft>
                <a:spcPct val="0"/>
              </a:spcAft>
              <a:defRPr sz="1200">
                <a:solidFill>
                  <a:schemeClr val="tx1"/>
                </a:solidFill>
                <a:latin typeface="Calibri" charset="0"/>
                <a:ea typeface="ＭＳ Ｐゴシック" charset="-128"/>
              </a:defRPr>
            </a:lvl7pPr>
            <a:lvl8pPr marL="3429000" indent="-228600" eaLnBrk="0" fontAlgn="base" hangingPunct="0">
              <a:spcBef>
                <a:spcPct val="30000"/>
              </a:spcBef>
              <a:spcAft>
                <a:spcPct val="0"/>
              </a:spcAft>
              <a:defRPr sz="1200">
                <a:solidFill>
                  <a:schemeClr val="tx1"/>
                </a:solidFill>
                <a:latin typeface="Calibri" charset="0"/>
                <a:ea typeface="ＭＳ Ｐゴシック" charset="-128"/>
              </a:defRPr>
            </a:lvl8pPr>
            <a:lvl9pPr marL="3886200" indent="-228600" eaLnBrk="0" fontAlgn="base" hangingPunct="0">
              <a:spcBef>
                <a:spcPct val="30000"/>
              </a:spcBef>
              <a:spcAft>
                <a:spcPct val="0"/>
              </a:spcAft>
              <a:defRPr sz="1200">
                <a:solidFill>
                  <a:schemeClr val="tx1"/>
                </a:solidFill>
                <a:latin typeface="Calibri" charset="0"/>
                <a:ea typeface="ＭＳ Ｐゴシック" charset="-128"/>
              </a:defRPr>
            </a:lvl9pPr>
          </a:lstStyle>
          <a:p>
            <a:pPr>
              <a:spcBef>
                <a:spcPct val="0"/>
              </a:spcBef>
            </a:pPr>
            <a:fld id="{A97C2648-DAC2-3745-A9EF-AFC7D13F3404}" type="slidenum">
              <a:rPr lang="en-US" altLang="en-US"/>
              <a:pPr>
                <a:spcBef>
                  <a:spcPct val="0"/>
                </a:spcBef>
              </a:pPr>
              <a:t>7</a:t>
            </a:fld>
            <a:endParaRPr lang="en-US" altLang="en-US" dirty="0"/>
          </a:p>
        </p:txBody>
      </p:sp>
    </p:spTree>
    <p:extLst>
      <p:ext uri="{BB962C8B-B14F-4D97-AF65-F5344CB8AC3E}">
        <p14:creationId xmlns:p14="http://schemas.microsoft.com/office/powerpoint/2010/main" val="1054750704"/>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7"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 uri="{FAA26D3D-D897-4be2-8F04-BA451C77F1D7}">
              <ma14:placeholderFlag xmlns="" xmlns:ma14="http://schemas.microsoft.com/office/mac/drawingml/2011/main" val="1"/>
            </a:ext>
          </a:extLst>
        </p:spPr>
      </p:sp>
      <p:sp>
        <p:nvSpPr>
          <p:cNvPr id="24578"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FAA26D3D-D897-4be2-8F04-BA451C77F1D7}">
              <ma14:placeholderFlag xmlns="" xmlns:ma14="http://schemas.microsoft.com/office/mac/drawingml/2011/main" val="1"/>
            </a:ext>
          </a:extLst>
        </p:spPr>
        <p:txBody>
          <a:bodyPr wrap="square" numCol="1" anchor="t" anchorCtr="0" compatLnSpc="1">
            <a:prstTxWarp prst="textNoShape">
              <a:avLst/>
            </a:prstTxWarp>
          </a:bodyPr>
          <a:lstStyle/>
          <a:p>
            <a:endParaRPr lang="en-US" altLang="en-US" dirty="0"/>
          </a:p>
        </p:txBody>
      </p:sp>
      <p:sp>
        <p:nvSpPr>
          <p:cNvPr id="24579" name="Slide Number Placeholder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Calibri" charset="0"/>
                <a:ea typeface="ＭＳ Ｐゴシック" charset="-128"/>
              </a:defRPr>
            </a:lvl1pPr>
            <a:lvl2pPr marL="742950" indent="-285750">
              <a:spcBef>
                <a:spcPct val="30000"/>
              </a:spcBef>
              <a:defRPr sz="1200">
                <a:solidFill>
                  <a:schemeClr val="tx1"/>
                </a:solidFill>
                <a:latin typeface="Calibri" charset="0"/>
                <a:ea typeface="ＭＳ Ｐゴシック" charset="-128"/>
              </a:defRPr>
            </a:lvl2pPr>
            <a:lvl3pPr marL="1143000" indent="-228600">
              <a:spcBef>
                <a:spcPct val="30000"/>
              </a:spcBef>
              <a:defRPr sz="1200">
                <a:solidFill>
                  <a:schemeClr val="tx1"/>
                </a:solidFill>
                <a:latin typeface="Calibri" charset="0"/>
                <a:ea typeface="ＭＳ Ｐゴシック" charset="-128"/>
              </a:defRPr>
            </a:lvl3pPr>
            <a:lvl4pPr marL="1600200" indent="-228600">
              <a:spcBef>
                <a:spcPct val="30000"/>
              </a:spcBef>
              <a:defRPr sz="1200">
                <a:solidFill>
                  <a:schemeClr val="tx1"/>
                </a:solidFill>
                <a:latin typeface="Calibri" charset="0"/>
                <a:ea typeface="ＭＳ Ｐゴシック" charset="-128"/>
              </a:defRPr>
            </a:lvl4pPr>
            <a:lvl5pPr marL="2057400" indent="-228600">
              <a:spcBef>
                <a:spcPct val="30000"/>
              </a:spcBef>
              <a:defRPr sz="1200">
                <a:solidFill>
                  <a:schemeClr val="tx1"/>
                </a:solidFill>
                <a:latin typeface="Calibri" charset="0"/>
                <a:ea typeface="ＭＳ Ｐゴシック" charset="-128"/>
              </a:defRPr>
            </a:lvl5pPr>
            <a:lvl6pPr marL="2514600" indent="-228600" eaLnBrk="0" fontAlgn="base" hangingPunct="0">
              <a:spcBef>
                <a:spcPct val="30000"/>
              </a:spcBef>
              <a:spcAft>
                <a:spcPct val="0"/>
              </a:spcAft>
              <a:defRPr sz="1200">
                <a:solidFill>
                  <a:schemeClr val="tx1"/>
                </a:solidFill>
                <a:latin typeface="Calibri" charset="0"/>
                <a:ea typeface="ＭＳ Ｐゴシック" charset="-128"/>
              </a:defRPr>
            </a:lvl6pPr>
            <a:lvl7pPr marL="2971800" indent="-228600" eaLnBrk="0" fontAlgn="base" hangingPunct="0">
              <a:spcBef>
                <a:spcPct val="30000"/>
              </a:spcBef>
              <a:spcAft>
                <a:spcPct val="0"/>
              </a:spcAft>
              <a:defRPr sz="1200">
                <a:solidFill>
                  <a:schemeClr val="tx1"/>
                </a:solidFill>
                <a:latin typeface="Calibri" charset="0"/>
                <a:ea typeface="ＭＳ Ｐゴシック" charset="-128"/>
              </a:defRPr>
            </a:lvl7pPr>
            <a:lvl8pPr marL="3429000" indent="-228600" eaLnBrk="0" fontAlgn="base" hangingPunct="0">
              <a:spcBef>
                <a:spcPct val="30000"/>
              </a:spcBef>
              <a:spcAft>
                <a:spcPct val="0"/>
              </a:spcAft>
              <a:defRPr sz="1200">
                <a:solidFill>
                  <a:schemeClr val="tx1"/>
                </a:solidFill>
                <a:latin typeface="Calibri" charset="0"/>
                <a:ea typeface="ＭＳ Ｐゴシック" charset="-128"/>
              </a:defRPr>
            </a:lvl8pPr>
            <a:lvl9pPr marL="3886200" indent="-228600" eaLnBrk="0" fontAlgn="base" hangingPunct="0">
              <a:spcBef>
                <a:spcPct val="30000"/>
              </a:spcBef>
              <a:spcAft>
                <a:spcPct val="0"/>
              </a:spcAft>
              <a:defRPr sz="1200">
                <a:solidFill>
                  <a:schemeClr val="tx1"/>
                </a:solidFill>
                <a:latin typeface="Calibri" charset="0"/>
                <a:ea typeface="ＭＳ Ｐゴシック" charset="-128"/>
              </a:defRPr>
            </a:lvl9pPr>
          </a:lstStyle>
          <a:p>
            <a:pPr>
              <a:spcBef>
                <a:spcPct val="0"/>
              </a:spcBef>
            </a:pPr>
            <a:fld id="{B5EAF71F-E037-7143-8D31-920010A51512}" type="slidenum">
              <a:rPr lang="en-US" altLang="en-US"/>
              <a:pPr>
                <a:spcBef>
                  <a:spcPct val="0"/>
                </a:spcBef>
              </a:pPr>
              <a:t>8</a:t>
            </a:fld>
            <a:endParaRPr lang="en-US" altLang="en-US" dirty="0"/>
          </a:p>
        </p:txBody>
      </p:sp>
    </p:spTree>
    <p:extLst>
      <p:ext uri="{BB962C8B-B14F-4D97-AF65-F5344CB8AC3E}">
        <p14:creationId xmlns:p14="http://schemas.microsoft.com/office/powerpoint/2010/main" val="1865059790"/>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5"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 uri="{FAA26D3D-D897-4be2-8F04-BA451C77F1D7}">
              <ma14:placeholderFlag xmlns="" xmlns:ma14="http://schemas.microsoft.com/office/mac/drawingml/2011/main" val="1"/>
            </a:ext>
          </a:extLst>
        </p:spPr>
      </p:sp>
      <p:sp>
        <p:nvSpPr>
          <p:cNvPr id="26626"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FAA26D3D-D897-4be2-8F04-BA451C77F1D7}">
              <ma14:placeholderFlag xmlns="" xmlns:ma14="http://schemas.microsoft.com/office/mac/drawingml/2011/main" val="1"/>
            </a:ext>
          </a:extLst>
        </p:spPr>
        <p:txBody>
          <a:bodyPr wrap="square" numCol="1" anchor="t" anchorCtr="0" compatLnSpc="1">
            <a:prstTxWarp prst="textNoShape">
              <a:avLst/>
            </a:prstTxWarp>
          </a:bodyPr>
          <a:lstStyle/>
          <a:p>
            <a:endParaRPr lang="en-US" altLang="en-US" dirty="0"/>
          </a:p>
        </p:txBody>
      </p:sp>
      <p:sp>
        <p:nvSpPr>
          <p:cNvPr id="26627" name="Slide Number Placeholder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Calibri" charset="0"/>
                <a:ea typeface="ＭＳ Ｐゴシック" charset="-128"/>
              </a:defRPr>
            </a:lvl1pPr>
            <a:lvl2pPr marL="742950" indent="-285750">
              <a:spcBef>
                <a:spcPct val="30000"/>
              </a:spcBef>
              <a:defRPr sz="1200">
                <a:solidFill>
                  <a:schemeClr val="tx1"/>
                </a:solidFill>
                <a:latin typeface="Calibri" charset="0"/>
                <a:ea typeface="ＭＳ Ｐゴシック" charset="-128"/>
              </a:defRPr>
            </a:lvl2pPr>
            <a:lvl3pPr marL="1143000" indent="-228600">
              <a:spcBef>
                <a:spcPct val="30000"/>
              </a:spcBef>
              <a:defRPr sz="1200">
                <a:solidFill>
                  <a:schemeClr val="tx1"/>
                </a:solidFill>
                <a:latin typeface="Calibri" charset="0"/>
                <a:ea typeface="ＭＳ Ｐゴシック" charset="-128"/>
              </a:defRPr>
            </a:lvl3pPr>
            <a:lvl4pPr marL="1600200" indent="-228600">
              <a:spcBef>
                <a:spcPct val="30000"/>
              </a:spcBef>
              <a:defRPr sz="1200">
                <a:solidFill>
                  <a:schemeClr val="tx1"/>
                </a:solidFill>
                <a:latin typeface="Calibri" charset="0"/>
                <a:ea typeface="ＭＳ Ｐゴシック" charset="-128"/>
              </a:defRPr>
            </a:lvl4pPr>
            <a:lvl5pPr marL="2057400" indent="-228600">
              <a:spcBef>
                <a:spcPct val="30000"/>
              </a:spcBef>
              <a:defRPr sz="1200">
                <a:solidFill>
                  <a:schemeClr val="tx1"/>
                </a:solidFill>
                <a:latin typeface="Calibri" charset="0"/>
                <a:ea typeface="ＭＳ Ｐゴシック" charset="-128"/>
              </a:defRPr>
            </a:lvl5pPr>
            <a:lvl6pPr marL="2514600" indent="-228600" eaLnBrk="0" fontAlgn="base" hangingPunct="0">
              <a:spcBef>
                <a:spcPct val="30000"/>
              </a:spcBef>
              <a:spcAft>
                <a:spcPct val="0"/>
              </a:spcAft>
              <a:defRPr sz="1200">
                <a:solidFill>
                  <a:schemeClr val="tx1"/>
                </a:solidFill>
                <a:latin typeface="Calibri" charset="0"/>
                <a:ea typeface="ＭＳ Ｐゴシック" charset="-128"/>
              </a:defRPr>
            </a:lvl6pPr>
            <a:lvl7pPr marL="2971800" indent="-228600" eaLnBrk="0" fontAlgn="base" hangingPunct="0">
              <a:spcBef>
                <a:spcPct val="30000"/>
              </a:spcBef>
              <a:spcAft>
                <a:spcPct val="0"/>
              </a:spcAft>
              <a:defRPr sz="1200">
                <a:solidFill>
                  <a:schemeClr val="tx1"/>
                </a:solidFill>
                <a:latin typeface="Calibri" charset="0"/>
                <a:ea typeface="ＭＳ Ｐゴシック" charset="-128"/>
              </a:defRPr>
            </a:lvl7pPr>
            <a:lvl8pPr marL="3429000" indent="-228600" eaLnBrk="0" fontAlgn="base" hangingPunct="0">
              <a:spcBef>
                <a:spcPct val="30000"/>
              </a:spcBef>
              <a:spcAft>
                <a:spcPct val="0"/>
              </a:spcAft>
              <a:defRPr sz="1200">
                <a:solidFill>
                  <a:schemeClr val="tx1"/>
                </a:solidFill>
                <a:latin typeface="Calibri" charset="0"/>
                <a:ea typeface="ＭＳ Ｐゴシック" charset="-128"/>
              </a:defRPr>
            </a:lvl8pPr>
            <a:lvl9pPr marL="3886200" indent="-228600" eaLnBrk="0" fontAlgn="base" hangingPunct="0">
              <a:spcBef>
                <a:spcPct val="30000"/>
              </a:spcBef>
              <a:spcAft>
                <a:spcPct val="0"/>
              </a:spcAft>
              <a:defRPr sz="1200">
                <a:solidFill>
                  <a:schemeClr val="tx1"/>
                </a:solidFill>
                <a:latin typeface="Calibri" charset="0"/>
                <a:ea typeface="ＭＳ Ｐゴシック" charset="-128"/>
              </a:defRPr>
            </a:lvl9pPr>
          </a:lstStyle>
          <a:p>
            <a:pPr>
              <a:spcBef>
                <a:spcPct val="0"/>
              </a:spcBef>
            </a:pPr>
            <a:fld id="{00F81F89-78BC-484F-A773-9F07B5D76F93}" type="slidenum">
              <a:rPr lang="en-US" altLang="en-US"/>
              <a:pPr>
                <a:spcBef>
                  <a:spcPct val="0"/>
                </a:spcBef>
              </a:pPr>
              <a:t>9</a:t>
            </a:fld>
            <a:endParaRPr lang="en-US" altLang="en-US" dirty="0"/>
          </a:p>
        </p:txBody>
      </p:sp>
    </p:spTree>
    <p:extLst>
      <p:ext uri="{BB962C8B-B14F-4D97-AF65-F5344CB8AC3E}">
        <p14:creationId xmlns:p14="http://schemas.microsoft.com/office/powerpoint/2010/main" val="1388578918"/>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3"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 uri="{FAA26D3D-D897-4be2-8F04-BA451C77F1D7}">
              <ma14:placeholderFlag xmlns="" xmlns:ma14="http://schemas.microsoft.com/office/mac/drawingml/2011/main" val="1"/>
            </a:ext>
          </a:extLst>
        </p:spPr>
      </p:sp>
      <p:sp>
        <p:nvSpPr>
          <p:cNvPr id="28674"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FAA26D3D-D897-4be2-8F04-BA451C77F1D7}">
              <ma14:placeholderFlag xmlns="" xmlns:ma14="http://schemas.microsoft.com/office/mac/drawingml/2011/main" val="1"/>
            </a:ext>
          </a:extLst>
        </p:spPr>
        <p:txBody>
          <a:bodyPr wrap="square" numCol="1" anchor="t" anchorCtr="0" compatLnSpc="1">
            <a:prstTxWarp prst="textNoShape">
              <a:avLst/>
            </a:prstTxWarp>
          </a:bodyPr>
          <a:lstStyle/>
          <a:p>
            <a:endParaRPr lang="en-US" altLang="en-US" dirty="0"/>
          </a:p>
        </p:txBody>
      </p:sp>
      <p:sp>
        <p:nvSpPr>
          <p:cNvPr id="28675" name="Slide Number Placeholder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Calibri" charset="0"/>
                <a:ea typeface="ＭＳ Ｐゴシック" charset="-128"/>
              </a:defRPr>
            </a:lvl1pPr>
            <a:lvl2pPr marL="742950" indent="-285750">
              <a:spcBef>
                <a:spcPct val="30000"/>
              </a:spcBef>
              <a:defRPr sz="1200">
                <a:solidFill>
                  <a:schemeClr val="tx1"/>
                </a:solidFill>
                <a:latin typeface="Calibri" charset="0"/>
                <a:ea typeface="ＭＳ Ｐゴシック" charset="-128"/>
              </a:defRPr>
            </a:lvl2pPr>
            <a:lvl3pPr marL="1143000" indent="-228600">
              <a:spcBef>
                <a:spcPct val="30000"/>
              </a:spcBef>
              <a:defRPr sz="1200">
                <a:solidFill>
                  <a:schemeClr val="tx1"/>
                </a:solidFill>
                <a:latin typeface="Calibri" charset="0"/>
                <a:ea typeface="ＭＳ Ｐゴシック" charset="-128"/>
              </a:defRPr>
            </a:lvl3pPr>
            <a:lvl4pPr marL="1600200" indent="-228600">
              <a:spcBef>
                <a:spcPct val="30000"/>
              </a:spcBef>
              <a:defRPr sz="1200">
                <a:solidFill>
                  <a:schemeClr val="tx1"/>
                </a:solidFill>
                <a:latin typeface="Calibri" charset="0"/>
                <a:ea typeface="ＭＳ Ｐゴシック" charset="-128"/>
              </a:defRPr>
            </a:lvl4pPr>
            <a:lvl5pPr marL="2057400" indent="-228600">
              <a:spcBef>
                <a:spcPct val="30000"/>
              </a:spcBef>
              <a:defRPr sz="1200">
                <a:solidFill>
                  <a:schemeClr val="tx1"/>
                </a:solidFill>
                <a:latin typeface="Calibri" charset="0"/>
                <a:ea typeface="ＭＳ Ｐゴシック" charset="-128"/>
              </a:defRPr>
            </a:lvl5pPr>
            <a:lvl6pPr marL="2514600" indent="-228600" eaLnBrk="0" fontAlgn="base" hangingPunct="0">
              <a:spcBef>
                <a:spcPct val="30000"/>
              </a:spcBef>
              <a:spcAft>
                <a:spcPct val="0"/>
              </a:spcAft>
              <a:defRPr sz="1200">
                <a:solidFill>
                  <a:schemeClr val="tx1"/>
                </a:solidFill>
                <a:latin typeface="Calibri" charset="0"/>
                <a:ea typeface="ＭＳ Ｐゴシック" charset="-128"/>
              </a:defRPr>
            </a:lvl6pPr>
            <a:lvl7pPr marL="2971800" indent="-228600" eaLnBrk="0" fontAlgn="base" hangingPunct="0">
              <a:spcBef>
                <a:spcPct val="30000"/>
              </a:spcBef>
              <a:spcAft>
                <a:spcPct val="0"/>
              </a:spcAft>
              <a:defRPr sz="1200">
                <a:solidFill>
                  <a:schemeClr val="tx1"/>
                </a:solidFill>
                <a:latin typeface="Calibri" charset="0"/>
                <a:ea typeface="ＭＳ Ｐゴシック" charset="-128"/>
              </a:defRPr>
            </a:lvl7pPr>
            <a:lvl8pPr marL="3429000" indent="-228600" eaLnBrk="0" fontAlgn="base" hangingPunct="0">
              <a:spcBef>
                <a:spcPct val="30000"/>
              </a:spcBef>
              <a:spcAft>
                <a:spcPct val="0"/>
              </a:spcAft>
              <a:defRPr sz="1200">
                <a:solidFill>
                  <a:schemeClr val="tx1"/>
                </a:solidFill>
                <a:latin typeface="Calibri" charset="0"/>
                <a:ea typeface="ＭＳ Ｐゴシック" charset="-128"/>
              </a:defRPr>
            </a:lvl8pPr>
            <a:lvl9pPr marL="3886200" indent="-228600" eaLnBrk="0" fontAlgn="base" hangingPunct="0">
              <a:spcBef>
                <a:spcPct val="30000"/>
              </a:spcBef>
              <a:spcAft>
                <a:spcPct val="0"/>
              </a:spcAft>
              <a:defRPr sz="1200">
                <a:solidFill>
                  <a:schemeClr val="tx1"/>
                </a:solidFill>
                <a:latin typeface="Calibri" charset="0"/>
                <a:ea typeface="ＭＳ Ｐゴシック" charset="-128"/>
              </a:defRPr>
            </a:lvl9pPr>
          </a:lstStyle>
          <a:p>
            <a:pPr>
              <a:spcBef>
                <a:spcPct val="0"/>
              </a:spcBef>
            </a:pPr>
            <a:fld id="{3016F33C-6ACF-8344-8434-0FBC4B877498}" type="slidenum">
              <a:rPr lang="en-US" altLang="en-US"/>
              <a:pPr>
                <a:spcBef>
                  <a:spcPct val="0"/>
                </a:spcBef>
              </a:pPr>
              <a:t>10</a:t>
            </a:fld>
            <a:endParaRPr lang="en-US" altLang="en-US" dirty="0"/>
          </a:p>
        </p:txBody>
      </p:sp>
    </p:spTree>
    <p:extLst>
      <p:ext uri="{BB962C8B-B14F-4D97-AF65-F5344CB8AC3E}">
        <p14:creationId xmlns:p14="http://schemas.microsoft.com/office/powerpoint/2010/main" val="1141082877"/>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1"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 uri="{FAA26D3D-D897-4be2-8F04-BA451C77F1D7}">
              <ma14:placeholderFlag xmlns="" xmlns:ma14="http://schemas.microsoft.com/office/mac/drawingml/2011/main" val="1"/>
            </a:ext>
          </a:extLst>
        </p:spPr>
      </p:sp>
      <p:sp>
        <p:nvSpPr>
          <p:cNvPr id="30722"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FAA26D3D-D897-4be2-8F04-BA451C77F1D7}">
              <ma14:placeholderFlag xmlns="" xmlns:ma14="http://schemas.microsoft.com/office/mac/drawingml/2011/main" val="1"/>
            </a:ext>
          </a:extLst>
        </p:spPr>
        <p:txBody>
          <a:bodyPr wrap="square" numCol="1" anchor="t" anchorCtr="0" compatLnSpc="1">
            <a:prstTxWarp prst="textNoShape">
              <a:avLst/>
            </a:prstTxWarp>
          </a:bodyPr>
          <a:lstStyle/>
          <a:p>
            <a:endParaRPr lang="en-US" altLang="en-US" dirty="0"/>
          </a:p>
        </p:txBody>
      </p:sp>
      <p:sp>
        <p:nvSpPr>
          <p:cNvPr id="30723" name="Slide Number Placeholder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Calibri" charset="0"/>
                <a:ea typeface="ＭＳ Ｐゴシック" charset="-128"/>
              </a:defRPr>
            </a:lvl1pPr>
            <a:lvl2pPr marL="742950" indent="-285750">
              <a:spcBef>
                <a:spcPct val="30000"/>
              </a:spcBef>
              <a:defRPr sz="1200">
                <a:solidFill>
                  <a:schemeClr val="tx1"/>
                </a:solidFill>
                <a:latin typeface="Calibri" charset="0"/>
                <a:ea typeface="ＭＳ Ｐゴシック" charset="-128"/>
              </a:defRPr>
            </a:lvl2pPr>
            <a:lvl3pPr marL="1143000" indent="-228600">
              <a:spcBef>
                <a:spcPct val="30000"/>
              </a:spcBef>
              <a:defRPr sz="1200">
                <a:solidFill>
                  <a:schemeClr val="tx1"/>
                </a:solidFill>
                <a:latin typeface="Calibri" charset="0"/>
                <a:ea typeface="ＭＳ Ｐゴシック" charset="-128"/>
              </a:defRPr>
            </a:lvl3pPr>
            <a:lvl4pPr marL="1600200" indent="-228600">
              <a:spcBef>
                <a:spcPct val="30000"/>
              </a:spcBef>
              <a:defRPr sz="1200">
                <a:solidFill>
                  <a:schemeClr val="tx1"/>
                </a:solidFill>
                <a:latin typeface="Calibri" charset="0"/>
                <a:ea typeface="ＭＳ Ｐゴシック" charset="-128"/>
              </a:defRPr>
            </a:lvl4pPr>
            <a:lvl5pPr marL="2057400" indent="-228600">
              <a:spcBef>
                <a:spcPct val="30000"/>
              </a:spcBef>
              <a:defRPr sz="1200">
                <a:solidFill>
                  <a:schemeClr val="tx1"/>
                </a:solidFill>
                <a:latin typeface="Calibri" charset="0"/>
                <a:ea typeface="ＭＳ Ｐゴシック" charset="-128"/>
              </a:defRPr>
            </a:lvl5pPr>
            <a:lvl6pPr marL="2514600" indent="-228600" eaLnBrk="0" fontAlgn="base" hangingPunct="0">
              <a:spcBef>
                <a:spcPct val="30000"/>
              </a:spcBef>
              <a:spcAft>
                <a:spcPct val="0"/>
              </a:spcAft>
              <a:defRPr sz="1200">
                <a:solidFill>
                  <a:schemeClr val="tx1"/>
                </a:solidFill>
                <a:latin typeface="Calibri" charset="0"/>
                <a:ea typeface="ＭＳ Ｐゴシック" charset="-128"/>
              </a:defRPr>
            </a:lvl6pPr>
            <a:lvl7pPr marL="2971800" indent="-228600" eaLnBrk="0" fontAlgn="base" hangingPunct="0">
              <a:spcBef>
                <a:spcPct val="30000"/>
              </a:spcBef>
              <a:spcAft>
                <a:spcPct val="0"/>
              </a:spcAft>
              <a:defRPr sz="1200">
                <a:solidFill>
                  <a:schemeClr val="tx1"/>
                </a:solidFill>
                <a:latin typeface="Calibri" charset="0"/>
                <a:ea typeface="ＭＳ Ｐゴシック" charset="-128"/>
              </a:defRPr>
            </a:lvl7pPr>
            <a:lvl8pPr marL="3429000" indent="-228600" eaLnBrk="0" fontAlgn="base" hangingPunct="0">
              <a:spcBef>
                <a:spcPct val="30000"/>
              </a:spcBef>
              <a:spcAft>
                <a:spcPct val="0"/>
              </a:spcAft>
              <a:defRPr sz="1200">
                <a:solidFill>
                  <a:schemeClr val="tx1"/>
                </a:solidFill>
                <a:latin typeface="Calibri" charset="0"/>
                <a:ea typeface="ＭＳ Ｐゴシック" charset="-128"/>
              </a:defRPr>
            </a:lvl8pPr>
            <a:lvl9pPr marL="3886200" indent="-228600" eaLnBrk="0" fontAlgn="base" hangingPunct="0">
              <a:spcBef>
                <a:spcPct val="30000"/>
              </a:spcBef>
              <a:spcAft>
                <a:spcPct val="0"/>
              </a:spcAft>
              <a:defRPr sz="1200">
                <a:solidFill>
                  <a:schemeClr val="tx1"/>
                </a:solidFill>
                <a:latin typeface="Calibri" charset="0"/>
                <a:ea typeface="ＭＳ Ｐゴシック" charset="-128"/>
              </a:defRPr>
            </a:lvl9pPr>
          </a:lstStyle>
          <a:p>
            <a:pPr>
              <a:spcBef>
                <a:spcPct val="0"/>
              </a:spcBef>
            </a:pPr>
            <a:fld id="{EDC7AA35-6D4B-2C42-B8DC-4D52BC31E2D7}" type="slidenum">
              <a:rPr lang="en-US" altLang="en-US"/>
              <a:pPr>
                <a:spcBef>
                  <a:spcPct val="0"/>
                </a:spcBef>
              </a:pPr>
              <a:t>11</a:t>
            </a:fld>
            <a:endParaRPr lang="en-US" altLang="en-US" dirty="0"/>
          </a:p>
        </p:txBody>
      </p:sp>
    </p:spTree>
    <p:extLst>
      <p:ext uri="{BB962C8B-B14F-4D97-AF65-F5344CB8AC3E}">
        <p14:creationId xmlns:p14="http://schemas.microsoft.com/office/powerpoint/2010/main" val="1150946029"/>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69"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 uri="{FAA26D3D-D897-4be2-8F04-BA451C77F1D7}">
              <ma14:placeholderFlag xmlns="" xmlns:ma14="http://schemas.microsoft.com/office/mac/drawingml/2011/main" val="1"/>
            </a:ext>
          </a:extLst>
        </p:spPr>
      </p:sp>
      <p:sp>
        <p:nvSpPr>
          <p:cNvPr id="32770"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FAA26D3D-D897-4be2-8F04-BA451C77F1D7}">
              <ma14:placeholderFlag xmlns="" xmlns:ma14="http://schemas.microsoft.com/office/mac/drawingml/2011/main" val="1"/>
            </a:ext>
          </a:extLst>
        </p:spPr>
        <p:txBody>
          <a:bodyPr wrap="square" numCol="1" anchor="t" anchorCtr="0" compatLnSpc="1">
            <a:prstTxWarp prst="textNoShape">
              <a:avLst/>
            </a:prstTxWarp>
          </a:bodyPr>
          <a:lstStyle/>
          <a:p>
            <a:endParaRPr lang="en-US" altLang="en-US" dirty="0"/>
          </a:p>
        </p:txBody>
      </p:sp>
      <p:sp>
        <p:nvSpPr>
          <p:cNvPr id="32771" name="Slide Number Placeholder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Calibri" charset="0"/>
                <a:ea typeface="ＭＳ Ｐゴシック" charset="-128"/>
              </a:defRPr>
            </a:lvl1pPr>
            <a:lvl2pPr marL="742950" indent="-285750">
              <a:spcBef>
                <a:spcPct val="30000"/>
              </a:spcBef>
              <a:defRPr sz="1200">
                <a:solidFill>
                  <a:schemeClr val="tx1"/>
                </a:solidFill>
                <a:latin typeface="Calibri" charset="0"/>
                <a:ea typeface="ＭＳ Ｐゴシック" charset="-128"/>
              </a:defRPr>
            </a:lvl2pPr>
            <a:lvl3pPr marL="1143000" indent="-228600">
              <a:spcBef>
                <a:spcPct val="30000"/>
              </a:spcBef>
              <a:defRPr sz="1200">
                <a:solidFill>
                  <a:schemeClr val="tx1"/>
                </a:solidFill>
                <a:latin typeface="Calibri" charset="0"/>
                <a:ea typeface="ＭＳ Ｐゴシック" charset="-128"/>
              </a:defRPr>
            </a:lvl3pPr>
            <a:lvl4pPr marL="1600200" indent="-228600">
              <a:spcBef>
                <a:spcPct val="30000"/>
              </a:spcBef>
              <a:defRPr sz="1200">
                <a:solidFill>
                  <a:schemeClr val="tx1"/>
                </a:solidFill>
                <a:latin typeface="Calibri" charset="0"/>
                <a:ea typeface="ＭＳ Ｐゴシック" charset="-128"/>
              </a:defRPr>
            </a:lvl4pPr>
            <a:lvl5pPr marL="2057400" indent="-228600">
              <a:spcBef>
                <a:spcPct val="30000"/>
              </a:spcBef>
              <a:defRPr sz="1200">
                <a:solidFill>
                  <a:schemeClr val="tx1"/>
                </a:solidFill>
                <a:latin typeface="Calibri" charset="0"/>
                <a:ea typeface="ＭＳ Ｐゴシック" charset="-128"/>
              </a:defRPr>
            </a:lvl5pPr>
            <a:lvl6pPr marL="2514600" indent="-228600" eaLnBrk="0" fontAlgn="base" hangingPunct="0">
              <a:spcBef>
                <a:spcPct val="30000"/>
              </a:spcBef>
              <a:spcAft>
                <a:spcPct val="0"/>
              </a:spcAft>
              <a:defRPr sz="1200">
                <a:solidFill>
                  <a:schemeClr val="tx1"/>
                </a:solidFill>
                <a:latin typeface="Calibri" charset="0"/>
                <a:ea typeface="ＭＳ Ｐゴシック" charset="-128"/>
              </a:defRPr>
            </a:lvl6pPr>
            <a:lvl7pPr marL="2971800" indent="-228600" eaLnBrk="0" fontAlgn="base" hangingPunct="0">
              <a:spcBef>
                <a:spcPct val="30000"/>
              </a:spcBef>
              <a:spcAft>
                <a:spcPct val="0"/>
              </a:spcAft>
              <a:defRPr sz="1200">
                <a:solidFill>
                  <a:schemeClr val="tx1"/>
                </a:solidFill>
                <a:latin typeface="Calibri" charset="0"/>
                <a:ea typeface="ＭＳ Ｐゴシック" charset="-128"/>
              </a:defRPr>
            </a:lvl7pPr>
            <a:lvl8pPr marL="3429000" indent="-228600" eaLnBrk="0" fontAlgn="base" hangingPunct="0">
              <a:spcBef>
                <a:spcPct val="30000"/>
              </a:spcBef>
              <a:spcAft>
                <a:spcPct val="0"/>
              </a:spcAft>
              <a:defRPr sz="1200">
                <a:solidFill>
                  <a:schemeClr val="tx1"/>
                </a:solidFill>
                <a:latin typeface="Calibri" charset="0"/>
                <a:ea typeface="ＭＳ Ｐゴシック" charset="-128"/>
              </a:defRPr>
            </a:lvl8pPr>
            <a:lvl9pPr marL="3886200" indent="-228600" eaLnBrk="0" fontAlgn="base" hangingPunct="0">
              <a:spcBef>
                <a:spcPct val="30000"/>
              </a:spcBef>
              <a:spcAft>
                <a:spcPct val="0"/>
              </a:spcAft>
              <a:defRPr sz="1200">
                <a:solidFill>
                  <a:schemeClr val="tx1"/>
                </a:solidFill>
                <a:latin typeface="Calibri" charset="0"/>
                <a:ea typeface="ＭＳ Ｐゴシック" charset="-128"/>
              </a:defRPr>
            </a:lvl9pPr>
          </a:lstStyle>
          <a:p>
            <a:pPr>
              <a:spcBef>
                <a:spcPct val="0"/>
              </a:spcBef>
            </a:pPr>
            <a:fld id="{25C5E483-44D1-A440-9953-E9B6142CF7DE}" type="slidenum">
              <a:rPr lang="en-US" altLang="en-US"/>
              <a:pPr>
                <a:spcBef>
                  <a:spcPct val="0"/>
                </a:spcBef>
              </a:pPr>
              <a:t>12</a:t>
            </a:fld>
            <a:endParaRPr lang="en-US" altLang="en-US" dirty="0"/>
          </a:p>
        </p:txBody>
      </p:sp>
    </p:spTree>
    <p:extLst>
      <p:ext uri="{BB962C8B-B14F-4D97-AF65-F5344CB8AC3E}">
        <p14:creationId xmlns:p14="http://schemas.microsoft.com/office/powerpoint/2010/main" val="1564700874"/>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7"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 uri="{FAA26D3D-D897-4be2-8F04-BA451C77F1D7}">
              <ma14:placeholderFlag xmlns="" xmlns:ma14="http://schemas.microsoft.com/office/mac/drawingml/2011/main" val="1"/>
            </a:ext>
          </a:extLst>
        </p:spPr>
      </p:sp>
      <p:sp>
        <p:nvSpPr>
          <p:cNvPr id="34818"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FAA26D3D-D897-4be2-8F04-BA451C77F1D7}">
              <ma14:placeholderFlag xmlns="" xmlns:ma14="http://schemas.microsoft.com/office/mac/drawingml/2011/main" val="1"/>
            </a:ext>
          </a:extLst>
        </p:spPr>
        <p:txBody>
          <a:bodyPr wrap="square" numCol="1" anchor="t" anchorCtr="0" compatLnSpc="1">
            <a:prstTxWarp prst="textNoShape">
              <a:avLst/>
            </a:prstTxWarp>
          </a:bodyPr>
          <a:lstStyle/>
          <a:p>
            <a:endParaRPr lang="en-US" altLang="en-US" dirty="0"/>
          </a:p>
        </p:txBody>
      </p:sp>
      <p:sp>
        <p:nvSpPr>
          <p:cNvPr id="34819" name="Slide Number Placeholder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Calibri" charset="0"/>
                <a:ea typeface="ＭＳ Ｐゴシック" charset="-128"/>
              </a:defRPr>
            </a:lvl1pPr>
            <a:lvl2pPr marL="742950" indent="-285750">
              <a:spcBef>
                <a:spcPct val="30000"/>
              </a:spcBef>
              <a:defRPr sz="1200">
                <a:solidFill>
                  <a:schemeClr val="tx1"/>
                </a:solidFill>
                <a:latin typeface="Calibri" charset="0"/>
                <a:ea typeface="ＭＳ Ｐゴシック" charset="-128"/>
              </a:defRPr>
            </a:lvl2pPr>
            <a:lvl3pPr marL="1143000" indent="-228600">
              <a:spcBef>
                <a:spcPct val="30000"/>
              </a:spcBef>
              <a:defRPr sz="1200">
                <a:solidFill>
                  <a:schemeClr val="tx1"/>
                </a:solidFill>
                <a:latin typeface="Calibri" charset="0"/>
                <a:ea typeface="ＭＳ Ｐゴシック" charset="-128"/>
              </a:defRPr>
            </a:lvl3pPr>
            <a:lvl4pPr marL="1600200" indent="-228600">
              <a:spcBef>
                <a:spcPct val="30000"/>
              </a:spcBef>
              <a:defRPr sz="1200">
                <a:solidFill>
                  <a:schemeClr val="tx1"/>
                </a:solidFill>
                <a:latin typeface="Calibri" charset="0"/>
                <a:ea typeface="ＭＳ Ｐゴシック" charset="-128"/>
              </a:defRPr>
            </a:lvl4pPr>
            <a:lvl5pPr marL="2057400" indent="-228600">
              <a:spcBef>
                <a:spcPct val="30000"/>
              </a:spcBef>
              <a:defRPr sz="1200">
                <a:solidFill>
                  <a:schemeClr val="tx1"/>
                </a:solidFill>
                <a:latin typeface="Calibri" charset="0"/>
                <a:ea typeface="ＭＳ Ｐゴシック" charset="-128"/>
              </a:defRPr>
            </a:lvl5pPr>
            <a:lvl6pPr marL="2514600" indent="-228600" eaLnBrk="0" fontAlgn="base" hangingPunct="0">
              <a:spcBef>
                <a:spcPct val="30000"/>
              </a:spcBef>
              <a:spcAft>
                <a:spcPct val="0"/>
              </a:spcAft>
              <a:defRPr sz="1200">
                <a:solidFill>
                  <a:schemeClr val="tx1"/>
                </a:solidFill>
                <a:latin typeface="Calibri" charset="0"/>
                <a:ea typeface="ＭＳ Ｐゴシック" charset="-128"/>
              </a:defRPr>
            </a:lvl6pPr>
            <a:lvl7pPr marL="2971800" indent="-228600" eaLnBrk="0" fontAlgn="base" hangingPunct="0">
              <a:spcBef>
                <a:spcPct val="30000"/>
              </a:spcBef>
              <a:spcAft>
                <a:spcPct val="0"/>
              </a:spcAft>
              <a:defRPr sz="1200">
                <a:solidFill>
                  <a:schemeClr val="tx1"/>
                </a:solidFill>
                <a:latin typeface="Calibri" charset="0"/>
                <a:ea typeface="ＭＳ Ｐゴシック" charset="-128"/>
              </a:defRPr>
            </a:lvl7pPr>
            <a:lvl8pPr marL="3429000" indent="-228600" eaLnBrk="0" fontAlgn="base" hangingPunct="0">
              <a:spcBef>
                <a:spcPct val="30000"/>
              </a:spcBef>
              <a:spcAft>
                <a:spcPct val="0"/>
              </a:spcAft>
              <a:defRPr sz="1200">
                <a:solidFill>
                  <a:schemeClr val="tx1"/>
                </a:solidFill>
                <a:latin typeface="Calibri" charset="0"/>
                <a:ea typeface="ＭＳ Ｐゴシック" charset="-128"/>
              </a:defRPr>
            </a:lvl8pPr>
            <a:lvl9pPr marL="3886200" indent="-228600" eaLnBrk="0" fontAlgn="base" hangingPunct="0">
              <a:spcBef>
                <a:spcPct val="30000"/>
              </a:spcBef>
              <a:spcAft>
                <a:spcPct val="0"/>
              </a:spcAft>
              <a:defRPr sz="1200">
                <a:solidFill>
                  <a:schemeClr val="tx1"/>
                </a:solidFill>
                <a:latin typeface="Calibri" charset="0"/>
                <a:ea typeface="ＭＳ Ｐゴシック" charset="-128"/>
              </a:defRPr>
            </a:lvl9pPr>
          </a:lstStyle>
          <a:p>
            <a:pPr>
              <a:spcBef>
                <a:spcPct val="0"/>
              </a:spcBef>
            </a:pPr>
            <a:fld id="{2ED0206D-FB82-0443-B0E0-1114D36161EA}" type="slidenum">
              <a:rPr lang="en-US" altLang="en-US"/>
              <a:pPr>
                <a:spcBef>
                  <a:spcPct val="0"/>
                </a:spcBef>
              </a:pPr>
              <a:t>13</a:t>
            </a:fld>
            <a:endParaRPr lang="en-US" altLang="en-US" dirty="0"/>
          </a:p>
        </p:txBody>
      </p:sp>
    </p:spTree>
    <p:extLst>
      <p:ext uri="{BB962C8B-B14F-4D97-AF65-F5344CB8AC3E}">
        <p14:creationId xmlns:p14="http://schemas.microsoft.com/office/powerpoint/2010/main" val="1990331803"/>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5"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 uri="{FAA26D3D-D897-4be2-8F04-BA451C77F1D7}">
              <ma14:placeholderFlag xmlns="" xmlns:ma14="http://schemas.microsoft.com/office/mac/drawingml/2011/main" val="1"/>
            </a:ext>
          </a:extLst>
        </p:spPr>
      </p:sp>
      <p:sp>
        <p:nvSpPr>
          <p:cNvPr id="36866"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FAA26D3D-D897-4be2-8F04-BA451C77F1D7}">
              <ma14:placeholderFlag xmlns="" xmlns:ma14="http://schemas.microsoft.com/office/mac/drawingml/2011/main" val="1"/>
            </a:ext>
          </a:extLst>
        </p:spPr>
        <p:txBody>
          <a:bodyPr wrap="square" numCol="1" anchor="t" anchorCtr="0" compatLnSpc="1">
            <a:prstTxWarp prst="textNoShape">
              <a:avLst/>
            </a:prstTxWarp>
          </a:bodyPr>
          <a:lstStyle/>
          <a:p>
            <a:endParaRPr lang="en-US" altLang="en-US" dirty="0"/>
          </a:p>
        </p:txBody>
      </p:sp>
      <p:sp>
        <p:nvSpPr>
          <p:cNvPr id="36867" name="Slide Number Placeholder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Calibri" charset="0"/>
                <a:ea typeface="ＭＳ Ｐゴシック" charset="-128"/>
              </a:defRPr>
            </a:lvl1pPr>
            <a:lvl2pPr marL="742950" indent="-285750">
              <a:spcBef>
                <a:spcPct val="30000"/>
              </a:spcBef>
              <a:defRPr sz="1200">
                <a:solidFill>
                  <a:schemeClr val="tx1"/>
                </a:solidFill>
                <a:latin typeface="Calibri" charset="0"/>
                <a:ea typeface="ＭＳ Ｐゴシック" charset="-128"/>
              </a:defRPr>
            </a:lvl2pPr>
            <a:lvl3pPr marL="1143000" indent="-228600">
              <a:spcBef>
                <a:spcPct val="30000"/>
              </a:spcBef>
              <a:defRPr sz="1200">
                <a:solidFill>
                  <a:schemeClr val="tx1"/>
                </a:solidFill>
                <a:latin typeface="Calibri" charset="0"/>
                <a:ea typeface="ＭＳ Ｐゴシック" charset="-128"/>
              </a:defRPr>
            </a:lvl3pPr>
            <a:lvl4pPr marL="1600200" indent="-228600">
              <a:spcBef>
                <a:spcPct val="30000"/>
              </a:spcBef>
              <a:defRPr sz="1200">
                <a:solidFill>
                  <a:schemeClr val="tx1"/>
                </a:solidFill>
                <a:latin typeface="Calibri" charset="0"/>
                <a:ea typeface="ＭＳ Ｐゴシック" charset="-128"/>
              </a:defRPr>
            </a:lvl4pPr>
            <a:lvl5pPr marL="2057400" indent="-228600">
              <a:spcBef>
                <a:spcPct val="30000"/>
              </a:spcBef>
              <a:defRPr sz="1200">
                <a:solidFill>
                  <a:schemeClr val="tx1"/>
                </a:solidFill>
                <a:latin typeface="Calibri" charset="0"/>
                <a:ea typeface="ＭＳ Ｐゴシック" charset="-128"/>
              </a:defRPr>
            </a:lvl5pPr>
            <a:lvl6pPr marL="2514600" indent="-228600" eaLnBrk="0" fontAlgn="base" hangingPunct="0">
              <a:spcBef>
                <a:spcPct val="30000"/>
              </a:spcBef>
              <a:spcAft>
                <a:spcPct val="0"/>
              </a:spcAft>
              <a:defRPr sz="1200">
                <a:solidFill>
                  <a:schemeClr val="tx1"/>
                </a:solidFill>
                <a:latin typeface="Calibri" charset="0"/>
                <a:ea typeface="ＭＳ Ｐゴシック" charset="-128"/>
              </a:defRPr>
            </a:lvl6pPr>
            <a:lvl7pPr marL="2971800" indent="-228600" eaLnBrk="0" fontAlgn="base" hangingPunct="0">
              <a:spcBef>
                <a:spcPct val="30000"/>
              </a:spcBef>
              <a:spcAft>
                <a:spcPct val="0"/>
              </a:spcAft>
              <a:defRPr sz="1200">
                <a:solidFill>
                  <a:schemeClr val="tx1"/>
                </a:solidFill>
                <a:latin typeface="Calibri" charset="0"/>
                <a:ea typeface="ＭＳ Ｐゴシック" charset="-128"/>
              </a:defRPr>
            </a:lvl7pPr>
            <a:lvl8pPr marL="3429000" indent="-228600" eaLnBrk="0" fontAlgn="base" hangingPunct="0">
              <a:spcBef>
                <a:spcPct val="30000"/>
              </a:spcBef>
              <a:spcAft>
                <a:spcPct val="0"/>
              </a:spcAft>
              <a:defRPr sz="1200">
                <a:solidFill>
                  <a:schemeClr val="tx1"/>
                </a:solidFill>
                <a:latin typeface="Calibri" charset="0"/>
                <a:ea typeface="ＭＳ Ｐゴシック" charset="-128"/>
              </a:defRPr>
            </a:lvl8pPr>
            <a:lvl9pPr marL="3886200" indent="-228600" eaLnBrk="0" fontAlgn="base" hangingPunct="0">
              <a:spcBef>
                <a:spcPct val="30000"/>
              </a:spcBef>
              <a:spcAft>
                <a:spcPct val="0"/>
              </a:spcAft>
              <a:defRPr sz="1200">
                <a:solidFill>
                  <a:schemeClr val="tx1"/>
                </a:solidFill>
                <a:latin typeface="Calibri" charset="0"/>
                <a:ea typeface="ＭＳ Ｐゴシック" charset="-128"/>
              </a:defRPr>
            </a:lvl9pPr>
          </a:lstStyle>
          <a:p>
            <a:pPr>
              <a:spcBef>
                <a:spcPct val="0"/>
              </a:spcBef>
            </a:pPr>
            <a:fld id="{E03BFEE3-8C17-9D4A-B49F-986B7D10A935}" type="slidenum">
              <a:rPr lang="en-US" altLang="en-US"/>
              <a:pPr>
                <a:spcBef>
                  <a:spcPct val="0"/>
                </a:spcBef>
              </a:pPr>
              <a:t>14</a:t>
            </a:fld>
            <a:endParaRPr lang="en-US" altLang="en-US" dirty="0"/>
          </a:p>
        </p:txBody>
      </p:sp>
    </p:spTree>
    <p:extLst>
      <p:ext uri="{BB962C8B-B14F-4D97-AF65-F5344CB8AC3E}">
        <p14:creationId xmlns:p14="http://schemas.microsoft.com/office/powerpoint/2010/main" val="153843702"/>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3"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 uri="{FAA26D3D-D897-4be2-8F04-BA451C77F1D7}">
              <ma14:placeholderFlag xmlns="" xmlns:ma14="http://schemas.microsoft.com/office/mac/drawingml/2011/main" val="1"/>
            </a:ext>
          </a:extLst>
        </p:spPr>
      </p:sp>
      <p:sp>
        <p:nvSpPr>
          <p:cNvPr id="38914"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FAA26D3D-D897-4be2-8F04-BA451C77F1D7}">
              <ma14:placeholderFlag xmlns="" xmlns:ma14="http://schemas.microsoft.com/office/mac/drawingml/2011/main" val="1"/>
            </a:ext>
          </a:extLst>
        </p:spPr>
        <p:txBody>
          <a:bodyPr wrap="square" numCol="1" anchor="t" anchorCtr="0" compatLnSpc="1">
            <a:prstTxWarp prst="textNoShape">
              <a:avLst/>
            </a:prstTxWarp>
          </a:bodyPr>
          <a:lstStyle/>
          <a:p>
            <a:endParaRPr lang="en-US" altLang="en-US" dirty="0"/>
          </a:p>
        </p:txBody>
      </p:sp>
      <p:sp>
        <p:nvSpPr>
          <p:cNvPr id="38915" name="Slide Number Placeholder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Calibri" charset="0"/>
                <a:ea typeface="ＭＳ Ｐゴシック" charset="-128"/>
              </a:defRPr>
            </a:lvl1pPr>
            <a:lvl2pPr marL="742950" indent="-285750">
              <a:spcBef>
                <a:spcPct val="30000"/>
              </a:spcBef>
              <a:defRPr sz="1200">
                <a:solidFill>
                  <a:schemeClr val="tx1"/>
                </a:solidFill>
                <a:latin typeface="Calibri" charset="0"/>
                <a:ea typeface="ＭＳ Ｐゴシック" charset="-128"/>
              </a:defRPr>
            </a:lvl2pPr>
            <a:lvl3pPr marL="1143000" indent="-228600">
              <a:spcBef>
                <a:spcPct val="30000"/>
              </a:spcBef>
              <a:defRPr sz="1200">
                <a:solidFill>
                  <a:schemeClr val="tx1"/>
                </a:solidFill>
                <a:latin typeface="Calibri" charset="0"/>
                <a:ea typeface="ＭＳ Ｐゴシック" charset="-128"/>
              </a:defRPr>
            </a:lvl3pPr>
            <a:lvl4pPr marL="1600200" indent="-228600">
              <a:spcBef>
                <a:spcPct val="30000"/>
              </a:spcBef>
              <a:defRPr sz="1200">
                <a:solidFill>
                  <a:schemeClr val="tx1"/>
                </a:solidFill>
                <a:latin typeface="Calibri" charset="0"/>
                <a:ea typeface="ＭＳ Ｐゴシック" charset="-128"/>
              </a:defRPr>
            </a:lvl4pPr>
            <a:lvl5pPr marL="2057400" indent="-228600">
              <a:spcBef>
                <a:spcPct val="30000"/>
              </a:spcBef>
              <a:defRPr sz="1200">
                <a:solidFill>
                  <a:schemeClr val="tx1"/>
                </a:solidFill>
                <a:latin typeface="Calibri" charset="0"/>
                <a:ea typeface="ＭＳ Ｐゴシック" charset="-128"/>
              </a:defRPr>
            </a:lvl5pPr>
            <a:lvl6pPr marL="2514600" indent="-228600" eaLnBrk="0" fontAlgn="base" hangingPunct="0">
              <a:spcBef>
                <a:spcPct val="30000"/>
              </a:spcBef>
              <a:spcAft>
                <a:spcPct val="0"/>
              </a:spcAft>
              <a:defRPr sz="1200">
                <a:solidFill>
                  <a:schemeClr val="tx1"/>
                </a:solidFill>
                <a:latin typeface="Calibri" charset="0"/>
                <a:ea typeface="ＭＳ Ｐゴシック" charset="-128"/>
              </a:defRPr>
            </a:lvl6pPr>
            <a:lvl7pPr marL="2971800" indent="-228600" eaLnBrk="0" fontAlgn="base" hangingPunct="0">
              <a:spcBef>
                <a:spcPct val="30000"/>
              </a:spcBef>
              <a:spcAft>
                <a:spcPct val="0"/>
              </a:spcAft>
              <a:defRPr sz="1200">
                <a:solidFill>
                  <a:schemeClr val="tx1"/>
                </a:solidFill>
                <a:latin typeface="Calibri" charset="0"/>
                <a:ea typeface="ＭＳ Ｐゴシック" charset="-128"/>
              </a:defRPr>
            </a:lvl7pPr>
            <a:lvl8pPr marL="3429000" indent="-228600" eaLnBrk="0" fontAlgn="base" hangingPunct="0">
              <a:spcBef>
                <a:spcPct val="30000"/>
              </a:spcBef>
              <a:spcAft>
                <a:spcPct val="0"/>
              </a:spcAft>
              <a:defRPr sz="1200">
                <a:solidFill>
                  <a:schemeClr val="tx1"/>
                </a:solidFill>
                <a:latin typeface="Calibri" charset="0"/>
                <a:ea typeface="ＭＳ Ｐゴシック" charset="-128"/>
              </a:defRPr>
            </a:lvl8pPr>
            <a:lvl9pPr marL="3886200" indent="-228600" eaLnBrk="0" fontAlgn="base" hangingPunct="0">
              <a:spcBef>
                <a:spcPct val="30000"/>
              </a:spcBef>
              <a:spcAft>
                <a:spcPct val="0"/>
              </a:spcAft>
              <a:defRPr sz="1200">
                <a:solidFill>
                  <a:schemeClr val="tx1"/>
                </a:solidFill>
                <a:latin typeface="Calibri" charset="0"/>
                <a:ea typeface="ＭＳ Ｐゴシック" charset="-128"/>
              </a:defRPr>
            </a:lvl9pPr>
          </a:lstStyle>
          <a:p>
            <a:pPr>
              <a:spcBef>
                <a:spcPct val="0"/>
              </a:spcBef>
            </a:pPr>
            <a:fld id="{1D058148-13D8-7343-88B8-1052AFB91F21}" type="slidenum">
              <a:rPr lang="en-US" altLang="en-US"/>
              <a:pPr>
                <a:spcBef>
                  <a:spcPct val="0"/>
                </a:spcBef>
              </a:pPr>
              <a:t>15</a:t>
            </a:fld>
            <a:endParaRPr lang="en-US" altLang="en-US" dirty="0"/>
          </a:p>
        </p:txBody>
      </p:sp>
    </p:spTree>
    <p:extLst>
      <p:ext uri="{BB962C8B-B14F-4D97-AF65-F5344CB8AC3E}">
        <p14:creationId xmlns:p14="http://schemas.microsoft.com/office/powerpoint/2010/main" val="80788526"/>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1"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 uri="{FAA26D3D-D897-4be2-8F04-BA451C77F1D7}">
              <ma14:placeholderFlag xmlns="" xmlns:ma14="http://schemas.microsoft.com/office/mac/drawingml/2011/main" val="1"/>
            </a:ext>
          </a:extLst>
        </p:spPr>
      </p:sp>
      <p:sp>
        <p:nvSpPr>
          <p:cNvPr id="40962"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FAA26D3D-D897-4be2-8F04-BA451C77F1D7}">
              <ma14:placeholderFlag xmlns="" xmlns:ma14="http://schemas.microsoft.com/office/mac/drawingml/2011/main" val="1"/>
            </a:ext>
          </a:extLst>
        </p:spPr>
        <p:txBody>
          <a:bodyPr wrap="square" numCol="1" anchor="t" anchorCtr="0" compatLnSpc="1">
            <a:prstTxWarp prst="textNoShape">
              <a:avLst/>
            </a:prstTxWarp>
          </a:bodyPr>
          <a:lstStyle/>
          <a:p>
            <a:endParaRPr lang="en-US" altLang="en-US" dirty="0"/>
          </a:p>
        </p:txBody>
      </p:sp>
      <p:sp>
        <p:nvSpPr>
          <p:cNvPr id="40963" name="Slide Number Placeholder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Calibri" charset="0"/>
                <a:ea typeface="ＭＳ Ｐゴシック" charset="-128"/>
              </a:defRPr>
            </a:lvl1pPr>
            <a:lvl2pPr marL="742950" indent="-285750">
              <a:spcBef>
                <a:spcPct val="30000"/>
              </a:spcBef>
              <a:defRPr sz="1200">
                <a:solidFill>
                  <a:schemeClr val="tx1"/>
                </a:solidFill>
                <a:latin typeface="Calibri" charset="0"/>
                <a:ea typeface="ＭＳ Ｐゴシック" charset="-128"/>
              </a:defRPr>
            </a:lvl2pPr>
            <a:lvl3pPr marL="1143000" indent="-228600">
              <a:spcBef>
                <a:spcPct val="30000"/>
              </a:spcBef>
              <a:defRPr sz="1200">
                <a:solidFill>
                  <a:schemeClr val="tx1"/>
                </a:solidFill>
                <a:latin typeface="Calibri" charset="0"/>
                <a:ea typeface="ＭＳ Ｐゴシック" charset="-128"/>
              </a:defRPr>
            </a:lvl3pPr>
            <a:lvl4pPr marL="1600200" indent="-228600">
              <a:spcBef>
                <a:spcPct val="30000"/>
              </a:spcBef>
              <a:defRPr sz="1200">
                <a:solidFill>
                  <a:schemeClr val="tx1"/>
                </a:solidFill>
                <a:latin typeface="Calibri" charset="0"/>
                <a:ea typeface="ＭＳ Ｐゴシック" charset="-128"/>
              </a:defRPr>
            </a:lvl4pPr>
            <a:lvl5pPr marL="2057400" indent="-228600">
              <a:spcBef>
                <a:spcPct val="30000"/>
              </a:spcBef>
              <a:defRPr sz="1200">
                <a:solidFill>
                  <a:schemeClr val="tx1"/>
                </a:solidFill>
                <a:latin typeface="Calibri" charset="0"/>
                <a:ea typeface="ＭＳ Ｐゴシック" charset="-128"/>
              </a:defRPr>
            </a:lvl5pPr>
            <a:lvl6pPr marL="2514600" indent="-228600" eaLnBrk="0" fontAlgn="base" hangingPunct="0">
              <a:spcBef>
                <a:spcPct val="30000"/>
              </a:spcBef>
              <a:spcAft>
                <a:spcPct val="0"/>
              </a:spcAft>
              <a:defRPr sz="1200">
                <a:solidFill>
                  <a:schemeClr val="tx1"/>
                </a:solidFill>
                <a:latin typeface="Calibri" charset="0"/>
                <a:ea typeface="ＭＳ Ｐゴシック" charset="-128"/>
              </a:defRPr>
            </a:lvl6pPr>
            <a:lvl7pPr marL="2971800" indent="-228600" eaLnBrk="0" fontAlgn="base" hangingPunct="0">
              <a:spcBef>
                <a:spcPct val="30000"/>
              </a:spcBef>
              <a:spcAft>
                <a:spcPct val="0"/>
              </a:spcAft>
              <a:defRPr sz="1200">
                <a:solidFill>
                  <a:schemeClr val="tx1"/>
                </a:solidFill>
                <a:latin typeface="Calibri" charset="0"/>
                <a:ea typeface="ＭＳ Ｐゴシック" charset="-128"/>
              </a:defRPr>
            </a:lvl7pPr>
            <a:lvl8pPr marL="3429000" indent="-228600" eaLnBrk="0" fontAlgn="base" hangingPunct="0">
              <a:spcBef>
                <a:spcPct val="30000"/>
              </a:spcBef>
              <a:spcAft>
                <a:spcPct val="0"/>
              </a:spcAft>
              <a:defRPr sz="1200">
                <a:solidFill>
                  <a:schemeClr val="tx1"/>
                </a:solidFill>
                <a:latin typeface="Calibri" charset="0"/>
                <a:ea typeface="ＭＳ Ｐゴシック" charset="-128"/>
              </a:defRPr>
            </a:lvl8pPr>
            <a:lvl9pPr marL="3886200" indent="-228600" eaLnBrk="0" fontAlgn="base" hangingPunct="0">
              <a:spcBef>
                <a:spcPct val="30000"/>
              </a:spcBef>
              <a:spcAft>
                <a:spcPct val="0"/>
              </a:spcAft>
              <a:defRPr sz="1200">
                <a:solidFill>
                  <a:schemeClr val="tx1"/>
                </a:solidFill>
                <a:latin typeface="Calibri" charset="0"/>
                <a:ea typeface="ＭＳ Ｐゴシック" charset="-128"/>
              </a:defRPr>
            </a:lvl9pPr>
          </a:lstStyle>
          <a:p>
            <a:pPr>
              <a:spcBef>
                <a:spcPct val="0"/>
              </a:spcBef>
            </a:pPr>
            <a:fld id="{6EAAF09B-B139-E945-817B-DE6A33A2E8F7}" type="slidenum">
              <a:rPr lang="en-US" altLang="en-US"/>
              <a:pPr>
                <a:spcBef>
                  <a:spcPct val="0"/>
                </a:spcBef>
              </a:pPr>
              <a:t>16</a:t>
            </a:fld>
            <a:endParaRPr lang="en-US" altLang="en-US" dirty="0"/>
          </a:p>
        </p:txBody>
      </p:sp>
    </p:spTree>
    <p:extLst>
      <p:ext uri="{BB962C8B-B14F-4D97-AF65-F5344CB8AC3E}">
        <p14:creationId xmlns:p14="http://schemas.microsoft.com/office/powerpoint/2010/main" val="603091578"/>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09"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 uri="{FAA26D3D-D897-4be2-8F04-BA451C77F1D7}">
              <ma14:placeholderFlag xmlns="" xmlns:ma14="http://schemas.microsoft.com/office/mac/drawingml/2011/main" val="1"/>
            </a:ext>
          </a:extLst>
        </p:spPr>
      </p:sp>
      <p:sp>
        <p:nvSpPr>
          <p:cNvPr id="43010"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FAA26D3D-D897-4be2-8F04-BA451C77F1D7}">
              <ma14:placeholderFlag xmlns="" xmlns:ma14="http://schemas.microsoft.com/office/mac/drawingml/2011/main" val="1"/>
            </a:ext>
          </a:extLst>
        </p:spPr>
        <p:txBody>
          <a:bodyPr wrap="square" numCol="1" anchor="t" anchorCtr="0" compatLnSpc="1">
            <a:prstTxWarp prst="textNoShape">
              <a:avLst/>
            </a:prstTxWarp>
          </a:bodyPr>
          <a:lstStyle/>
          <a:p>
            <a:endParaRPr lang="en-US" altLang="en-US" dirty="0"/>
          </a:p>
        </p:txBody>
      </p:sp>
      <p:sp>
        <p:nvSpPr>
          <p:cNvPr id="43011" name="Slide Number Placeholder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Calibri" charset="0"/>
                <a:ea typeface="ＭＳ Ｐゴシック" charset="-128"/>
              </a:defRPr>
            </a:lvl1pPr>
            <a:lvl2pPr marL="742950" indent="-285750">
              <a:spcBef>
                <a:spcPct val="30000"/>
              </a:spcBef>
              <a:defRPr sz="1200">
                <a:solidFill>
                  <a:schemeClr val="tx1"/>
                </a:solidFill>
                <a:latin typeface="Calibri" charset="0"/>
                <a:ea typeface="ＭＳ Ｐゴシック" charset="-128"/>
              </a:defRPr>
            </a:lvl2pPr>
            <a:lvl3pPr marL="1143000" indent="-228600">
              <a:spcBef>
                <a:spcPct val="30000"/>
              </a:spcBef>
              <a:defRPr sz="1200">
                <a:solidFill>
                  <a:schemeClr val="tx1"/>
                </a:solidFill>
                <a:latin typeface="Calibri" charset="0"/>
                <a:ea typeface="ＭＳ Ｐゴシック" charset="-128"/>
              </a:defRPr>
            </a:lvl3pPr>
            <a:lvl4pPr marL="1600200" indent="-228600">
              <a:spcBef>
                <a:spcPct val="30000"/>
              </a:spcBef>
              <a:defRPr sz="1200">
                <a:solidFill>
                  <a:schemeClr val="tx1"/>
                </a:solidFill>
                <a:latin typeface="Calibri" charset="0"/>
                <a:ea typeface="ＭＳ Ｐゴシック" charset="-128"/>
              </a:defRPr>
            </a:lvl4pPr>
            <a:lvl5pPr marL="2057400" indent="-228600">
              <a:spcBef>
                <a:spcPct val="30000"/>
              </a:spcBef>
              <a:defRPr sz="1200">
                <a:solidFill>
                  <a:schemeClr val="tx1"/>
                </a:solidFill>
                <a:latin typeface="Calibri" charset="0"/>
                <a:ea typeface="ＭＳ Ｐゴシック" charset="-128"/>
              </a:defRPr>
            </a:lvl5pPr>
            <a:lvl6pPr marL="2514600" indent="-228600" eaLnBrk="0" fontAlgn="base" hangingPunct="0">
              <a:spcBef>
                <a:spcPct val="30000"/>
              </a:spcBef>
              <a:spcAft>
                <a:spcPct val="0"/>
              </a:spcAft>
              <a:defRPr sz="1200">
                <a:solidFill>
                  <a:schemeClr val="tx1"/>
                </a:solidFill>
                <a:latin typeface="Calibri" charset="0"/>
                <a:ea typeface="ＭＳ Ｐゴシック" charset="-128"/>
              </a:defRPr>
            </a:lvl6pPr>
            <a:lvl7pPr marL="2971800" indent="-228600" eaLnBrk="0" fontAlgn="base" hangingPunct="0">
              <a:spcBef>
                <a:spcPct val="30000"/>
              </a:spcBef>
              <a:spcAft>
                <a:spcPct val="0"/>
              </a:spcAft>
              <a:defRPr sz="1200">
                <a:solidFill>
                  <a:schemeClr val="tx1"/>
                </a:solidFill>
                <a:latin typeface="Calibri" charset="0"/>
                <a:ea typeface="ＭＳ Ｐゴシック" charset="-128"/>
              </a:defRPr>
            </a:lvl7pPr>
            <a:lvl8pPr marL="3429000" indent="-228600" eaLnBrk="0" fontAlgn="base" hangingPunct="0">
              <a:spcBef>
                <a:spcPct val="30000"/>
              </a:spcBef>
              <a:spcAft>
                <a:spcPct val="0"/>
              </a:spcAft>
              <a:defRPr sz="1200">
                <a:solidFill>
                  <a:schemeClr val="tx1"/>
                </a:solidFill>
                <a:latin typeface="Calibri" charset="0"/>
                <a:ea typeface="ＭＳ Ｐゴシック" charset="-128"/>
              </a:defRPr>
            </a:lvl8pPr>
            <a:lvl9pPr marL="3886200" indent="-228600" eaLnBrk="0" fontAlgn="base" hangingPunct="0">
              <a:spcBef>
                <a:spcPct val="30000"/>
              </a:spcBef>
              <a:spcAft>
                <a:spcPct val="0"/>
              </a:spcAft>
              <a:defRPr sz="1200">
                <a:solidFill>
                  <a:schemeClr val="tx1"/>
                </a:solidFill>
                <a:latin typeface="Calibri" charset="0"/>
                <a:ea typeface="ＭＳ Ｐゴシック" charset="-128"/>
              </a:defRPr>
            </a:lvl9pPr>
          </a:lstStyle>
          <a:p>
            <a:pPr>
              <a:spcBef>
                <a:spcPct val="0"/>
              </a:spcBef>
            </a:pPr>
            <a:fld id="{D1B9FE4F-3AEA-E34F-8219-FA0E739D88AC}" type="slidenum">
              <a:rPr lang="en-US" altLang="en-US"/>
              <a:pPr>
                <a:spcBef>
                  <a:spcPct val="0"/>
                </a:spcBef>
              </a:pPr>
              <a:t>17</a:t>
            </a:fld>
            <a:endParaRPr lang="en-US" altLang="en-US" dirty="0"/>
          </a:p>
        </p:txBody>
      </p:sp>
    </p:spTree>
    <p:extLst>
      <p:ext uri="{BB962C8B-B14F-4D97-AF65-F5344CB8AC3E}">
        <p14:creationId xmlns:p14="http://schemas.microsoft.com/office/powerpoint/2010/main" val="37337606"/>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7"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 uri="{FAA26D3D-D897-4be2-8F04-BA451C77F1D7}">
              <ma14:placeholderFlag xmlns="" xmlns:ma14="http://schemas.microsoft.com/office/mac/drawingml/2011/main" val="1"/>
            </a:ext>
          </a:extLst>
        </p:spPr>
      </p:sp>
      <p:sp>
        <p:nvSpPr>
          <p:cNvPr id="45058"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FAA26D3D-D897-4be2-8F04-BA451C77F1D7}">
              <ma14:placeholderFlag xmlns="" xmlns:ma14="http://schemas.microsoft.com/office/mac/drawingml/2011/main" val="1"/>
            </a:ext>
          </a:extLst>
        </p:spPr>
        <p:txBody>
          <a:bodyPr wrap="square" numCol="1" anchor="t" anchorCtr="0" compatLnSpc="1">
            <a:prstTxWarp prst="textNoShape">
              <a:avLst/>
            </a:prstTxWarp>
          </a:bodyPr>
          <a:lstStyle/>
          <a:p>
            <a:endParaRPr lang="en-US" altLang="en-US" dirty="0"/>
          </a:p>
        </p:txBody>
      </p:sp>
      <p:sp>
        <p:nvSpPr>
          <p:cNvPr id="45059" name="Slide Number Placeholder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Calibri" charset="0"/>
                <a:ea typeface="ＭＳ Ｐゴシック" charset="-128"/>
              </a:defRPr>
            </a:lvl1pPr>
            <a:lvl2pPr marL="742950" indent="-285750">
              <a:spcBef>
                <a:spcPct val="30000"/>
              </a:spcBef>
              <a:defRPr sz="1200">
                <a:solidFill>
                  <a:schemeClr val="tx1"/>
                </a:solidFill>
                <a:latin typeface="Calibri" charset="0"/>
                <a:ea typeface="ＭＳ Ｐゴシック" charset="-128"/>
              </a:defRPr>
            </a:lvl2pPr>
            <a:lvl3pPr marL="1143000" indent="-228600">
              <a:spcBef>
                <a:spcPct val="30000"/>
              </a:spcBef>
              <a:defRPr sz="1200">
                <a:solidFill>
                  <a:schemeClr val="tx1"/>
                </a:solidFill>
                <a:latin typeface="Calibri" charset="0"/>
                <a:ea typeface="ＭＳ Ｐゴシック" charset="-128"/>
              </a:defRPr>
            </a:lvl3pPr>
            <a:lvl4pPr marL="1600200" indent="-228600">
              <a:spcBef>
                <a:spcPct val="30000"/>
              </a:spcBef>
              <a:defRPr sz="1200">
                <a:solidFill>
                  <a:schemeClr val="tx1"/>
                </a:solidFill>
                <a:latin typeface="Calibri" charset="0"/>
                <a:ea typeface="ＭＳ Ｐゴシック" charset="-128"/>
              </a:defRPr>
            </a:lvl4pPr>
            <a:lvl5pPr marL="2057400" indent="-228600">
              <a:spcBef>
                <a:spcPct val="30000"/>
              </a:spcBef>
              <a:defRPr sz="1200">
                <a:solidFill>
                  <a:schemeClr val="tx1"/>
                </a:solidFill>
                <a:latin typeface="Calibri" charset="0"/>
                <a:ea typeface="ＭＳ Ｐゴシック" charset="-128"/>
              </a:defRPr>
            </a:lvl5pPr>
            <a:lvl6pPr marL="2514600" indent="-228600" eaLnBrk="0" fontAlgn="base" hangingPunct="0">
              <a:spcBef>
                <a:spcPct val="30000"/>
              </a:spcBef>
              <a:spcAft>
                <a:spcPct val="0"/>
              </a:spcAft>
              <a:defRPr sz="1200">
                <a:solidFill>
                  <a:schemeClr val="tx1"/>
                </a:solidFill>
                <a:latin typeface="Calibri" charset="0"/>
                <a:ea typeface="ＭＳ Ｐゴシック" charset="-128"/>
              </a:defRPr>
            </a:lvl6pPr>
            <a:lvl7pPr marL="2971800" indent="-228600" eaLnBrk="0" fontAlgn="base" hangingPunct="0">
              <a:spcBef>
                <a:spcPct val="30000"/>
              </a:spcBef>
              <a:spcAft>
                <a:spcPct val="0"/>
              </a:spcAft>
              <a:defRPr sz="1200">
                <a:solidFill>
                  <a:schemeClr val="tx1"/>
                </a:solidFill>
                <a:latin typeface="Calibri" charset="0"/>
                <a:ea typeface="ＭＳ Ｐゴシック" charset="-128"/>
              </a:defRPr>
            </a:lvl7pPr>
            <a:lvl8pPr marL="3429000" indent="-228600" eaLnBrk="0" fontAlgn="base" hangingPunct="0">
              <a:spcBef>
                <a:spcPct val="30000"/>
              </a:spcBef>
              <a:spcAft>
                <a:spcPct val="0"/>
              </a:spcAft>
              <a:defRPr sz="1200">
                <a:solidFill>
                  <a:schemeClr val="tx1"/>
                </a:solidFill>
                <a:latin typeface="Calibri" charset="0"/>
                <a:ea typeface="ＭＳ Ｐゴシック" charset="-128"/>
              </a:defRPr>
            </a:lvl8pPr>
            <a:lvl9pPr marL="3886200" indent="-228600" eaLnBrk="0" fontAlgn="base" hangingPunct="0">
              <a:spcBef>
                <a:spcPct val="30000"/>
              </a:spcBef>
              <a:spcAft>
                <a:spcPct val="0"/>
              </a:spcAft>
              <a:defRPr sz="1200">
                <a:solidFill>
                  <a:schemeClr val="tx1"/>
                </a:solidFill>
                <a:latin typeface="Calibri" charset="0"/>
                <a:ea typeface="ＭＳ Ｐゴシック" charset="-128"/>
              </a:defRPr>
            </a:lvl9pPr>
          </a:lstStyle>
          <a:p>
            <a:pPr>
              <a:spcBef>
                <a:spcPct val="0"/>
              </a:spcBef>
            </a:pPr>
            <a:fld id="{6B515FE9-A22F-4243-99CB-58E303898AFC}" type="slidenum">
              <a:rPr lang="en-US" altLang="en-US"/>
              <a:pPr>
                <a:spcBef>
                  <a:spcPct val="0"/>
                </a:spcBef>
              </a:pPr>
              <a:t>18</a:t>
            </a:fld>
            <a:endParaRPr lang="en-US" altLang="en-US" dirty="0"/>
          </a:p>
        </p:txBody>
      </p:sp>
    </p:spTree>
    <p:extLst>
      <p:ext uri="{BB962C8B-B14F-4D97-AF65-F5344CB8AC3E}">
        <p14:creationId xmlns:p14="http://schemas.microsoft.com/office/powerpoint/2010/main" val="467919118"/>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5"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 uri="{FAA26D3D-D897-4be2-8F04-BA451C77F1D7}">
              <ma14:placeholderFlag xmlns="" xmlns:ma14="http://schemas.microsoft.com/office/mac/drawingml/2011/main" val="1"/>
            </a:ext>
          </a:extLst>
        </p:spPr>
      </p:sp>
      <p:sp>
        <p:nvSpPr>
          <p:cNvPr id="47106"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FAA26D3D-D897-4be2-8F04-BA451C77F1D7}">
              <ma14:placeholderFlag xmlns="" xmlns:ma14="http://schemas.microsoft.com/office/mac/drawingml/2011/main" val="1"/>
            </a:ext>
          </a:extLst>
        </p:spPr>
        <p:txBody>
          <a:bodyPr wrap="square" numCol="1" anchor="t" anchorCtr="0" compatLnSpc="1">
            <a:prstTxWarp prst="textNoShape">
              <a:avLst/>
            </a:prstTxWarp>
          </a:bodyPr>
          <a:lstStyle/>
          <a:p>
            <a:endParaRPr lang="en-US" altLang="en-US" dirty="0"/>
          </a:p>
        </p:txBody>
      </p:sp>
      <p:sp>
        <p:nvSpPr>
          <p:cNvPr id="47107" name="Slide Number Placeholder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Calibri" charset="0"/>
                <a:ea typeface="ＭＳ Ｐゴシック" charset="-128"/>
              </a:defRPr>
            </a:lvl1pPr>
            <a:lvl2pPr marL="742950" indent="-285750">
              <a:spcBef>
                <a:spcPct val="30000"/>
              </a:spcBef>
              <a:defRPr sz="1200">
                <a:solidFill>
                  <a:schemeClr val="tx1"/>
                </a:solidFill>
                <a:latin typeface="Calibri" charset="0"/>
                <a:ea typeface="ＭＳ Ｐゴシック" charset="-128"/>
              </a:defRPr>
            </a:lvl2pPr>
            <a:lvl3pPr marL="1143000" indent="-228600">
              <a:spcBef>
                <a:spcPct val="30000"/>
              </a:spcBef>
              <a:defRPr sz="1200">
                <a:solidFill>
                  <a:schemeClr val="tx1"/>
                </a:solidFill>
                <a:latin typeface="Calibri" charset="0"/>
                <a:ea typeface="ＭＳ Ｐゴシック" charset="-128"/>
              </a:defRPr>
            </a:lvl3pPr>
            <a:lvl4pPr marL="1600200" indent="-228600">
              <a:spcBef>
                <a:spcPct val="30000"/>
              </a:spcBef>
              <a:defRPr sz="1200">
                <a:solidFill>
                  <a:schemeClr val="tx1"/>
                </a:solidFill>
                <a:latin typeface="Calibri" charset="0"/>
                <a:ea typeface="ＭＳ Ｐゴシック" charset="-128"/>
              </a:defRPr>
            </a:lvl4pPr>
            <a:lvl5pPr marL="2057400" indent="-228600">
              <a:spcBef>
                <a:spcPct val="30000"/>
              </a:spcBef>
              <a:defRPr sz="1200">
                <a:solidFill>
                  <a:schemeClr val="tx1"/>
                </a:solidFill>
                <a:latin typeface="Calibri" charset="0"/>
                <a:ea typeface="ＭＳ Ｐゴシック" charset="-128"/>
              </a:defRPr>
            </a:lvl5pPr>
            <a:lvl6pPr marL="2514600" indent="-228600" eaLnBrk="0" fontAlgn="base" hangingPunct="0">
              <a:spcBef>
                <a:spcPct val="30000"/>
              </a:spcBef>
              <a:spcAft>
                <a:spcPct val="0"/>
              </a:spcAft>
              <a:defRPr sz="1200">
                <a:solidFill>
                  <a:schemeClr val="tx1"/>
                </a:solidFill>
                <a:latin typeface="Calibri" charset="0"/>
                <a:ea typeface="ＭＳ Ｐゴシック" charset="-128"/>
              </a:defRPr>
            </a:lvl6pPr>
            <a:lvl7pPr marL="2971800" indent="-228600" eaLnBrk="0" fontAlgn="base" hangingPunct="0">
              <a:spcBef>
                <a:spcPct val="30000"/>
              </a:spcBef>
              <a:spcAft>
                <a:spcPct val="0"/>
              </a:spcAft>
              <a:defRPr sz="1200">
                <a:solidFill>
                  <a:schemeClr val="tx1"/>
                </a:solidFill>
                <a:latin typeface="Calibri" charset="0"/>
                <a:ea typeface="ＭＳ Ｐゴシック" charset="-128"/>
              </a:defRPr>
            </a:lvl7pPr>
            <a:lvl8pPr marL="3429000" indent="-228600" eaLnBrk="0" fontAlgn="base" hangingPunct="0">
              <a:spcBef>
                <a:spcPct val="30000"/>
              </a:spcBef>
              <a:spcAft>
                <a:spcPct val="0"/>
              </a:spcAft>
              <a:defRPr sz="1200">
                <a:solidFill>
                  <a:schemeClr val="tx1"/>
                </a:solidFill>
                <a:latin typeface="Calibri" charset="0"/>
                <a:ea typeface="ＭＳ Ｐゴシック" charset="-128"/>
              </a:defRPr>
            </a:lvl8pPr>
            <a:lvl9pPr marL="3886200" indent="-228600" eaLnBrk="0" fontAlgn="base" hangingPunct="0">
              <a:spcBef>
                <a:spcPct val="30000"/>
              </a:spcBef>
              <a:spcAft>
                <a:spcPct val="0"/>
              </a:spcAft>
              <a:defRPr sz="1200">
                <a:solidFill>
                  <a:schemeClr val="tx1"/>
                </a:solidFill>
                <a:latin typeface="Calibri" charset="0"/>
                <a:ea typeface="ＭＳ Ｐゴシック" charset="-128"/>
              </a:defRPr>
            </a:lvl9pPr>
          </a:lstStyle>
          <a:p>
            <a:pPr>
              <a:spcBef>
                <a:spcPct val="0"/>
              </a:spcBef>
            </a:pPr>
            <a:fld id="{25F37047-169C-C94A-93B9-369CEB71FAB0}" type="slidenum">
              <a:rPr lang="en-US" altLang="en-US"/>
              <a:pPr>
                <a:spcBef>
                  <a:spcPct val="0"/>
                </a:spcBef>
              </a:pPr>
              <a:t>19</a:t>
            </a:fld>
            <a:endParaRPr lang="en-US" altLang="en-US" dirty="0"/>
          </a:p>
        </p:txBody>
      </p:sp>
    </p:spTree>
    <p:extLst>
      <p:ext uri="{BB962C8B-B14F-4D97-AF65-F5344CB8AC3E}">
        <p14:creationId xmlns:p14="http://schemas.microsoft.com/office/powerpoint/2010/main" val="231500912"/>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3"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 uri="{FAA26D3D-D897-4be2-8F04-BA451C77F1D7}">
              <ma14:placeholderFlag xmlns="" xmlns:ma14="http://schemas.microsoft.com/office/mac/drawingml/2011/main" val="1"/>
            </a:ext>
          </a:extLst>
        </p:spPr>
      </p:sp>
      <p:sp>
        <p:nvSpPr>
          <p:cNvPr id="49154"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FAA26D3D-D897-4be2-8F04-BA451C77F1D7}">
              <ma14:placeholderFlag xmlns="" xmlns:ma14="http://schemas.microsoft.com/office/mac/drawingml/2011/main" val="1"/>
            </a:ext>
          </a:extLst>
        </p:spPr>
        <p:txBody>
          <a:bodyPr wrap="square" numCol="1" anchor="t" anchorCtr="0" compatLnSpc="1">
            <a:prstTxWarp prst="textNoShape">
              <a:avLst/>
            </a:prstTxWarp>
          </a:bodyPr>
          <a:lstStyle/>
          <a:p>
            <a:endParaRPr lang="en-US" altLang="en-US" dirty="0"/>
          </a:p>
        </p:txBody>
      </p:sp>
      <p:sp>
        <p:nvSpPr>
          <p:cNvPr id="49155" name="Slide Number Placeholder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Calibri" charset="0"/>
                <a:ea typeface="ＭＳ Ｐゴシック" charset="-128"/>
              </a:defRPr>
            </a:lvl1pPr>
            <a:lvl2pPr marL="742950" indent="-285750">
              <a:spcBef>
                <a:spcPct val="30000"/>
              </a:spcBef>
              <a:defRPr sz="1200">
                <a:solidFill>
                  <a:schemeClr val="tx1"/>
                </a:solidFill>
                <a:latin typeface="Calibri" charset="0"/>
                <a:ea typeface="ＭＳ Ｐゴシック" charset="-128"/>
              </a:defRPr>
            </a:lvl2pPr>
            <a:lvl3pPr marL="1143000" indent="-228600">
              <a:spcBef>
                <a:spcPct val="30000"/>
              </a:spcBef>
              <a:defRPr sz="1200">
                <a:solidFill>
                  <a:schemeClr val="tx1"/>
                </a:solidFill>
                <a:latin typeface="Calibri" charset="0"/>
                <a:ea typeface="ＭＳ Ｐゴシック" charset="-128"/>
              </a:defRPr>
            </a:lvl3pPr>
            <a:lvl4pPr marL="1600200" indent="-228600">
              <a:spcBef>
                <a:spcPct val="30000"/>
              </a:spcBef>
              <a:defRPr sz="1200">
                <a:solidFill>
                  <a:schemeClr val="tx1"/>
                </a:solidFill>
                <a:latin typeface="Calibri" charset="0"/>
                <a:ea typeface="ＭＳ Ｐゴシック" charset="-128"/>
              </a:defRPr>
            </a:lvl4pPr>
            <a:lvl5pPr marL="2057400" indent="-228600">
              <a:spcBef>
                <a:spcPct val="30000"/>
              </a:spcBef>
              <a:defRPr sz="1200">
                <a:solidFill>
                  <a:schemeClr val="tx1"/>
                </a:solidFill>
                <a:latin typeface="Calibri" charset="0"/>
                <a:ea typeface="ＭＳ Ｐゴシック" charset="-128"/>
              </a:defRPr>
            </a:lvl5pPr>
            <a:lvl6pPr marL="2514600" indent="-228600" eaLnBrk="0" fontAlgn="base" hangingPunct="0">
              <a:spcBef>
                <a:spcPct val="30000"/>
              </a:spcBef>
              <a:spcAft>
                <a:spcPct val="0"/>
              </a:spcAft>
              <a:defRPr sz="1200">
                <a:solidFill>
                  <a:schemeClr val="tx1"/>
                </a:solidFill>
                <a:latin typeface="Calibri" charset="0"/>
                <a:ea typeface="ＭＳ Ｐゴシック" charset="-128"/>
              </a:defRPr>
            </a:lvl6pPr>
            <a:lvl7pPr marL="2971800" indent="-228600" eaLnBrk="0" fontAlgn="base" hangingPunct="0">
              <a:spcBef>
                <a:spcPct val="30000"/>
              </a:spcBef>
              <a:spcAft>
                <a:spcPct val="0"/>
              </a:spcAft>
              <a:defRPr sz="1200">
                <a:solidFill>
                  <a:schemeClr val="tx1"/>
                </a:solidFill>
                <a:latin typeface="Calibri" charset="0"/>
                <a:ea typeface="ＭＳ Ｐゴシック" charset="-128"/>
              </a:defRPr>
            </a:lvl7pPr>
            <a:lvl8pPr marL="3429000" indent="-228600" eaLnBrk="0" fontAlgn="base" hangingPunct="0">
              <a:spcBef>
                <a:spcPct val="30000"/>
              </a:spcBef>
              <a:spcAft>
                <a:spcPct val="0"/>
              </a:spcAft>
              <a:defRPr sz="1200">
                <a:solidFill>
                  <a:schemeClr val="tx1"/>
                </a:solidFill>
                <a:latin typeface="Calibri" charset="0"/>
                <a:ea typeface="ＭＳ Ｐゴシック" charset="-128"/>
              </a:defRPr>
            </a:lvl8pPr>
            <a:lvl9pPr marL="3886200" indent="-228600" eaLnBrk="0" fontAlgn="base" hangingPunct="0">
              <a:spcBef>
                <a:spcPct val="30000"/>
              </a:spcBef>
              <a:spcAft>
                <a:spcPct val="0"/>
              </a:spcAft>
              <a:defRPr sz="1200">
                <a:solidFill>
                  <a:schemeClr val="tx1"/>
                </a:solidFill>
                <a:latin typeface="Calibri" charset="0"/>
                <a:ea typeface="ＭＳ Ｐゴシック" charset="-128"/>
              </a:defRPr>
            </a:lvl9pPr>
          </a:lstStyle>
          <a:p>
            <a:pPr>
              <a:spcBef>
                <a:spcPct val="0"/>
              </a:spcBef>
            </a:pPr>
            <a:fld id="{7640FB84-0E9E-5C4D-A9B6-9425DC614D7E}" type="slidenum">
              <a:rPr lang="en-US" altLang="en-US"/>
              <a:pPr>
                <a:spcBef>
                  <a:spcPct val="0"/>
                </a:spcBef>
              </a:pPr>
              <a:t>20</a:t>
            </a:fld>
            <a:endParaRPr lang="en-US" altLang="en-US" dirty="0"/>
          </a:p>
        </p:txBody>
      </p:sp>
    </p:spTree>
    <p:extLst>
      <p:ext uri="{BB962C8B-B14F-4D97-AF65-F5344CB8AC3E}">
        <p14:creationId xmlns:p14="http://schemas.microsoft.com/office/powerpoint/2010/main" val="1742943267"/>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01"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 uri="{FAA26D3D-D897-4be2-8F04-BA451C77F1D7}">
              <ma14:placeholderFlag xmlns="" xmlns:ma14="http://schemas.microsoft.com/office/mac/drawingml/2011/main" val="1"/>
            </a:ext>
          </a:extLst>
        </p:spPr>
      </p:sp>
      <p:sp>
        <p:nvSpPr>
          <p:cNvPr id="51202"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FAA26D3D-D897-4be2-8F04-BA451C77F1D7}">
              <ma14:placeholderFlag xmlns="" xmlns:ma14="http://schemas.microsoft.com/office/mac/drawingml/2011/main" val="1"/>
            </a:ext>
          </a:extLst>
        </p:spPr>
        <p:txBody>
          <a:bodyPr wrap="square" numCol="1" anchor="t" anchorCtr="0" compatLnSpc="1">
            <a:prstTxWarp prst="textNoShape">
              <a:avLst/>
            </a:prstTxWarp>
          </a:bodyPr>
          <a:lstStyle/>
          <a:p>
            <a:endParaRPr lang="en-US" altLang="en-US" dirty="0"/>
          </a:p>
        </p:txBody>
      </p:sp>
      <p:sp>
        <p:nvSpPr>
          <p:cNvPr id="51203" name="Slide Number Placeholder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Calibri" charset="0"/>
                <a:ea typeface="ＭＳ Ｐゴシック" charset="-128"/>
              </a:defRPr>
            </a:lvl1pPr>
            <a:lvl2pPr marL="742950" indent="-285750">
              <a:spcBef>
                <a:spcPct val="30000"/>
              </a:spcBef>
              <a:defRPr sz="1200">
                <a:solidFill>
                  <a:schemeClr val="tx1"/>
                </a:solidFill>
                <a:latin typeface="Calibri" charset="0"/>
                <a:ea typeface="ＭＳ Ｐゴシック" charset="-128"/>
              </a:defRPr>
            </a:lvl2pPr>
            <a:lvl3pPr marL="1143000" indent="-228600">
              <a:spcBef>
                <a:spcPct val="30000"/>
              </a:spcBef>
              <a:defRPr sz="1200">
                <a:solidFill>
                  <a:schemeClr val="tx1"/>
                </a:solidFill>
                <a:latin typeface="Calibri" charset="0"/>
                <a:ea typeface="ＭＳ Ｐゴシック" charset="-128"/>
              </a:defRPr>
            </a:lvl3pPr>
            <a:lvl4pPr marL="1600200" indent="-228600">
              <a:spcBef>
                <a:spcPct val="30000"/>
              </a:spcBef>
              <a:defRPr sz="1200">
                <a:solidFill>
                  <a:schemeClr val="tx1"/>
                </a:solidFill>
                <a:latin typeface="Calibri" charset="0"/>
                <a:ea typeface="ＭＳ Ｐゴシック" charset="-128"/>
              </a:defRPr>
            </a:lvl4pPr>
            <a:lvl5pPr marL="2057400" indent="-228600">
              <a:spcBef>
                <a:spcPct val="30000"/>
              </a:spcBef>
              <a:defRPr sz="1200">
                <a:solidFill>
                  <a:schemeClr val="tx1"/>
                </a:solidFill>
                <a:latin typeface="Calibri" charset="0"/>
                <a:ea typeface="ＭＳ Ｐゴシック" charset="-128"/>
              </a:defRPr>
            </a:lvl5pPr>
            <a:lvl6pPr marL="2514600" indent="-228600" eaLnBrk="0" fontAlgn="base" hangingPunct="0">
              <a:spcBef>
                <a:spcPct val="30000"/>
              </a:spcBef>
              <a:spcAft>
                <a:spcPct val="0"/>
              </a:spcAft>
              <a:defRPr sz="1200">
                <a:solidFill>
                  <a:schemeClr val="tx1"/>
                </a:solidFill>
                <a:latin typeface="Calibri" charset="0"/>
                <a:ea typeface="ＭＳ Ｐゴシック" charset="-128"/>
              </a:defRPr>
            </a:lvl6pPr>
            <a:lvl7pPr marL="2971800" indent="-228600" eaLnBrk="0" fontAlgn="base" hangingPunct="0">
              <a:spcBef>
                <a:spcPct val="30000"/>
              </a:spcBef>
              <a:spcAft>
                <a:spcPct val="0"/>
              </a:spcAft>
              <a:defRPr sz="1200">
                <a:solidFill>
                  <a:schemeClr val="tx1"/>
                </a:solidFill>
                <a:latin typeface="Calibri" charset="0"/>
                <a:ea typeface="ＭＳ Ｐゴシック" charset="-128"/>
              </a:defRPr>
            </a:lvl7pPr>
            <a:lvl8pPr marL="3429000" indent="-228600" eaLnBrk="0" fontAlgn="base" hangingPunct="0">
              <a:spcBef>
                <a:spcPct val="30000"/>
              </a:spcBef>
              <a:spcAft>
                <a:spcPct val="0"/>
              </a:spcAft>
              <a:defRPr sz="1200">
                <a:solidFill>
                  <a:schemeClr val="tx1"/>
                </a:solidFill>
                <a:latin typeface="Calibri" charset="0"/>
                <a:ea typeface="ＭＳ Ｐゴシック" charset="-128"/>
              </a:defRPr>
            </a:lvl8pPr>
            <a:lvl9pPr marL="3886200" indent="-228600" eaLnBrk="0" fontAlgn="base" hangingPunct="0">
              <a:spcBef>
                <a:spcPct val="30000"/>
              </a:spcBef>
              <a:spcAft>
                <a:spcPct val="0"/>
              </a:spcAft>
              <a:defRPr sz="1200">
                <a:solidFill>
                  <a:schemeClr val="tx1"/>
                </a:solidFill>
                <a:latin typeface="Calibri" charset="0"/>
                <a:ea typeface="ＭＳ Ｐゴシック" charset="-128"/>
              </a:defRPr>
            </a:lvl9pPr>
          </a:lstStyle>
          <a:p>
            <a:pPr>
              <a:spcBef>
                <a:spcPct val="0"/>
              </a:spcBef>
            </a:pPr>
            <a:fld id="{E069DB77-B2ED-7346-982C-CD1D85616292}" type="slidenum">
              <a:rPr lang="en-US" altLang="en-US"/>
              <a:pPr>
                <a:spcBef>
                  <a:spcPct val="0"/>
                </a:spcBef>
              </a:pPr>
              <a:t>21</a:t>
            </a:fld>
            <a:endParaRPr lang="en-US" altLang="en-US" dirty="0"/>
          </a:p>
        </p:txBody>
      </p:sp>
    </p:spTree>
    <p:extLst>
      <p:ext uri="{BB962C8B-B14F-4D97-AF65-F5344CB8AC3E}">
        <p14:creationId xmlns:p14="http://schemas.microsoft.com/office/powerpoint/2010/main" val="1970543389"/>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249"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 uri="{FAA26D3D-D897-4be2-8F04-BA451C77F1D7}">
              <ma14:placeholderFlag xmlns="" xmlns:ma14="http://schemas.microsoft.com/office/mac/drawingml/2011/main" val="1"/>
            </a:ext>
          </a:extLst>
        </p:spPr>
      </p:sp>
      <p:sp>
        <p:nvSpPr>
          <p:cNvPr id="53250"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FAA26D3D-D897-4be2-8F04-BA451C77F1D7}">
              <ma14:placeholderFlag xmlns="" xmlns:ma14="http://schemas.microsoft.com/office/mac/drawingml/2011/main" val="1"/>
            </a:ext>
          </a:extLst>
        </p:spPr>
        <p:txBody>
          <a:bodyPr wrap="square" numCol="1" anchor="t" anchorCtr="0" compatLnSpc="1">
            <a:prstTxWarp prst="textNoShape">
              <a:avLst/>
            </a:prstTxWarp>
          </a:bodyPr>
          <a:lstStyle/>
          <a:p>
            <a:endParaRPr lang="en-US" altLang="en-US" dirty="0"/>
          </a:p>
        </p:txBody>
      </p:sp>
      <p:sp>
        <p:nvSpPr>
          <p:cNvPr id="53251" name="Slide Number Placeholder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Calibri" charset="0"/>
                <a:ea typeface="ＭＳ Ｐゴシック" charset="-128"/>
              </a:defRPr>
            </a:lvl1pPr>
            <a:lvl2pPr marL="742950" indent="-285750">
              <a:spcBef>
                <a:spcPct val="30000"/>
              </a:spcBef>
              <a:defRPr sz="1200">
                <a:solidFill>
                  <a:schemeClr val="tx1"/>
                </a:solidFill>
                <a:latin typeface="Calibri" charset="0"/>
                <a:ea typeface="ＭＳ Ｐゴシック" charset="-128"/>
              </a:defRPr>
            </a:lvl2pPr>
            <a:lvl3pPr marL="1143000" indent="-228600">
              <a:spcBef>
                <a:spcPct val="30000"/>
              </a:spcBef>
              <a:defRPr sz="1200">
                <a:solidFill>
                  <a:schemeClr val="tx1"/>
                </a:solidFill>
                <a:latin typeface="Calibri" charset="0"/>
                <a:ea typeface="ＭＳ Ｐゴシック" charset="-128"/>
              </a:defRPr>
            </a:lvl3pPr>
            <a:lvl4pPr marL="1600200" indent="-228600">
              <a:spcBef>
                <a:spcPct val="30000"/>
              </a:spcBef>
              <a:defRPr sz="1200">
                <a:solidFill>
                  <a:schemeClr val="tx1"/>
                </a:solidFill>
                <a:latin typeface="Calibri" charset="0"/>
                <a:ea typeface="ＭＳ Ｐゴシック" charset="-128"/>
              </a:defRPr>
            </a:lvl4pPr>
            <a:lvl5pPr marL="2057400" indent="-228600">
              <a:spcBef>
                <a:spcPct val="30000"/>
              </a:spcBef>
              <a:defRPr sz="1200">
                <a:solidFill>
                  <a:schemeClr val="tx1"/>
                </a:solidFill>
                <a:latin typeface="Calibri" charset="0"/>
                <a:ea typeface="ＭＳ Ｐゴシック" charset="-128"/>
              </a:defRPr>
            </a:lvl5pPr>
            <a:lvl6pPr marL="2514600" indent="-228600" eaLnBrk="0" fontAlgn="base" hangingPunct="0">
              <a:spcBef>
                <a:spcPct val="30000"/>
              </a:spcBef>
              <a:spcAft>
                <a:spcPct val="0"/>
              </a:spcAft>
              <a:defRPr sz="1200">
                <a:solidFill>
                  <a:schemeClr val="tx1"/>
                </a:solidFill>
                <a:latin typeface="Calibri" charset="0"/>
                <a:ea typeface="ＭＳ Ｐゴシック" charset="-128"/>
              </a:defRPr>
            </a:lvl6pPr>
            <a:lvl7pPr marL="2971800" indent="-228600" eaLnBrk="0" fontAlgn="base" hangingPunct="0">
              <a:spcBef>
                <a:spcPct val="30000"/>
              </a:spcBef>
              <a:spcAft>
                <a:spcPct val="0"/>
              </a:spcAft>
              <a:defRPr sz="1200">
                <a:solidFill>
                  <a:schemeClr val="tx1"/>
                </a:solidFill>
                <a:latin typeface="Calibri" charset="0"/>
                <a:ea typeface="ＭＳ Ｐゴシック" charset="-128"/>
              </a:defRPr>
            </a:lvl7pPr>
            <a:lvl8pPr marL="3429000" indent="-228600" eaLnBrk="0" fontAlgn="base" hangingPunct="0">
              <a:spcBef>
                <a:spcPct val="30000"/>
              </a:spcBef>
              <a:spcAft>
                <a:spcPct val="0"/>
              </a:spcAft>
              <a:defRPr sz="1200">
                <a:solidFill>
                  <a:schemeClr val="tx1"/>
                </a:solidFill>
                <a:latin typeface="Calibri" charset="0"/>
                <a:ea typeface="ＭＳ Ｐゴシック" charset="-128"/>
              </a:defRPr>
            </a:lvl8pPr>
            <a:lvl9pPr marL="3886200" indent="-228600" eaLnBrk="0" fontAlgn="base" hangingPunct="0">
              <a:spcBef>
                <a:spcPct val="30000"/>
              </a:spcBef>
              <a:spcAft>
                <a:spcPct val="0"/>
              </a:spcAft>
              <a:defRPr sz="1200">
                <a:solidFill>
                  <a:schemeClr val="tx1"/>
                </a:solidFill>
                <a:latin typeface="Calibri" charset="0"/>
                <a:ea typeface="ＭＳ Ｐゴシック" charset="-128"/>
              </a:defRPr>
            </a:lvl9pPr>
          </a:lstStyle>
          <a:p>
            <a:pPr>
              <a:spcBef>
                <a:spcPct val="0"/>
              </a:spcBef>
            </a:pPr>
            <a:fld id="{2A16C607-516A-7647-914A-B75CF5B8966F}" type="slidenum">
              <a:rPr lang="en-US" altLang="en-US"/>
              <a:pPr>
                <a:spcBef>
                  <a:spcPct val="0"/>
                </a:spcBef>
              </a:pPr>
              <a:t>22</a:t>
            </a:fld>
            <a:endParaRPr lang="en-US" altLang="en-US" dirty="0"/>
          </a:p>
        </p:txBody>
      </p:sp>
    </p:spTree>
    <p:extLst>
      <p:ext uri="{BB962C8B-B14F-4D97-AF65-F5344CB8AC3E}">
        <p14:creationId xmlns:p14="http://schemas.microsoft.com/office/powerpoint/2010/main" val="429934889"/>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297"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 uri="{FAA26D3D-D897-4be2-8F04-BA451C77F1D7}">
              <ma14:placeholderFlag xmlns="" xmlns:ma14="http://schemas.microsoft.com/office/mac/drawingml/2011/main" val="1"/>
            </a:ext>
          </a:extLst>
        </p:spPr>
      </p:sp>
      <p:sp>
        <p:nvSpPr>
          <p:cNvPr id="55298"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FAA26D3D-D897-4be2-8F04-BA451C77F1D7}">
              <ma14:placeholderFlag xmlns="" xmlns:ma14="http://schemas.microsoft.com/office/mac/drawingml/2011/main" val="1"/>
            </a:ext>
          </a:extLst>
        </p:spPr>
        <p:txBody>
          <a:bodyPr wrap="square" numCol="1" anchor="t" anchorCtr="0" compatLnSpc="1">
            <a:prstTxWarp prst="textNoShape">
              <a:avLst/>
            </a:prstTxWarp>
          </a:bodyPr>
          <a:lstStyle/>
          <a:p>
            <a:endParaRPr lang="en-US" altLang="en-US" dirty="0"/>
          </a:p>
        </p:txBody>
      </p:sp>
      <p:sp>
        <p:nvSpPr>
          <p:cNvPr id="55299" name="Slide Number Placeholder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Calibri" charset="0"/>
                <a:ea typeface="ＭＳ Ｐゴシック" charset="-128"/>
              </a:defRPr>
            </a:lvl1pPr>
            <a:lvl2pPr marL="742950" indent="-285750">
              <a:spcBef>
                <a:spcPct val="30000"/>
              </a:spcBef>
              <a:defRPr sz="1200">
                <a:solidFill>
                  <a:schemeClr val="tx1"/>
                </a:solidFill>
                <a:latin typeface="Calibri" charset="0"/>
                <a:ea typeface="ＭＳ Ｐゴシック" charset="-128"/>
              </a:defRPr>
            </a:lvl2pPr>
            <a:lvl3pPr marL="1143000" indent="-228600">
              <a:spcBef>
                <a:spcPct val="30000"/>
              </a:spcBef>
              <a:defRPr sz="1200">
                <a:solidFill>
                  <a:schemeClr val="tx1"/>
                </a:solidFill>
                <a:latin typeface="Calibri" charset="0"/>
                <a:ea typeface="ＭＳ Ｐゴシック" charset="-128"/>
              </a:defRPr>
            </a:lvl3pPr>
            <a:lvl4pPr marL="1600200" indent="-228600">
              <a:spcBef>
                <a:spcPct val="30000"/>
              </a:spcBef>
              <a:defRPr sz="1200">
                <a:solidFill>
                  <a:schemeClr val="tx1"/>
                </a:solidFill>
                <a:latin typeface="Calibri" charset="0"/>
                <a:ea typeface="ＭＳ Ｐゴシック" charset="-128"/>
              </a:defRPr>
            </a:lvl4pPr>
            <a:lvl5pPr marL="2057400" indent="-228600">
              <a:spcBef>
                <a:spcPct val="30000"/>
              </a:spcBef>
              <a:defRPr sz="1200">
                <a:solidFill>
                  <a:schemeClr val="tx1"/>
                </a:solidFill>
                <a:latin typeface="Calibri" charset="0"/>
                <a:ea typeface="ＭＳ Ｐゴシック" charset="-128"/>
              </a:defRPr>
            </a:lvl5pPr>
            <a:lvl6pPr marL="2514600" indent="-228600" eaLnBrk="0" fontAlgn="base" hangingPunct="0">
              <a:spcBef>
                <a:spcPct val="30000"/>
              </a:spcBef>
              <a:spcAft>
                <a:spcPct val="0"/>
              </a:spcAft>
              <a:defRPr sz="1200">
                <a:solidFill>
                  <a:schemeClr val="tx1"/>
                </a:solidFill>
                <a:latin typeface="Calibri" charset="0"/>
                <a:ea typeface="ＭＳ Ｐゴシック" charset="-128"/>
              </a:defRPr>
            </a:lvl6pPr>
            <a:lvl7pPr marL="2971800" indent="-228600" eaLnBrk="0" fontAlgn="base" hangingPunct="0">
              <a:spcBef>
                <a:spcPct val="30000"/>
              </a:spcBef>
              <a:spcAft>
                <a:spcPct val="0"/>
              </a:spcAft>
              <a:defRPr sz="1200">
                <a:solidFill>
                  <a:schemeClr val="tx1"/>
                </a:solidFill>
                <a:latin typeface="Calibri" charset="0"/>
                <a:ea typeface="ＭＳ Ｐゴシック" charset="-128"/>
              </a:defRPr>
            </a:lvl7pPr>
            <a:lvl8pPr marL="3429000" indent="-228600" eaLnBrk="0" fontAlgn="base" hangingPunct="0">
              <a:spcBef>
                <a:spcPct val="30000"/>
              </a:spcBef>
              <a:spcAft>
                <a:spcPct val="0"/>
              </a:spcAft>
              <a:defRPr sz="1200">
                <a:solidFill>
                  <a:schemeClr val="tx1"/>
                </a:solidFill>
                <a:latin typeface="Calibri" charset="0"/>
                <a:ea typeface="ＭＳ Ｐゴシック" charset="-128"/>
              </a:defRPr>
            </a:lvl8pPr>
            <a:lvl9pPr marL="3886200" indent="-228600" eaLnBrk="0" fontAlgn="base" hangingPunct="0">
              <a:spcBef>
                <a:spcPct val="30000"/>
              </a:spcBef>
              <a:spcAft>
                <a:spcPct val="0"/>
              </a:spcAft>
              <a:defRPr sz="1200">
                <a:solidFill>
                  <a:schemeClr val="tx1"/>
                </a:solidFill>
                <a:latin typeface="Calibri" charset="0"/>
                <a:ea typeface="ＭＳ Ｐゴシック" charset="-128"/>
              </a:defRPr>
            </a:lvl9pPr>
          </a:lstStyle>
          <a:p>
            <a:pPr>
              <a:spcBef>
                <a:spcPct val="0"/>
              </a:spcBef>
            </a:pPr>
            <a:fld id="{281CA1AA-5358-F44D-99C4-FDA745D864AF}" type="slidenum">
              <a:rPr lang="en-US" altLang="en-US"/>
              <a:pPr>
                <a:spcBef>
                  <a:spcPct val="0"/>
                </a:spcBef>
              </a:pPr>
              <a:t>23</a:t>
            </a:fld>
            <a:endParaRPr lang="en-US" altLang="en-US" dirty="0"/>
          </a:p>
        </p:txBody>
      </p:sp>
    </p:spTree>
    <p:extLst>
      <p:ext uri="{BB962C8B-B14F-4D97-AF65-F5344CB8AC3E}">
        <p14:creationId xmlns:p14="http://schemas.microsoft.com/office/powerpoint/2010/main" val="1780690915"/>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345"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 uri="{FAA26D3D-D897-4be2-8F04-BA451C77F1D7}">
              <ma14:placeholderFlag xmlns="" xmlns:ma14="http://schemas.microsoft.com/office/mac/drawingml/2011/main" val="1"/>
            </a:ext>
          </a:extLst>
        </p:spPr>
      </p:sp>
      <p:sp>
        <p:nvSpPr>
          <p:cNvPr id="57346"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FAA26D3D-D897-4be2-8F04-BA451C77F1D7}">
              <ma14:placeholderFlag xmlns="" xmlns:ma14="http://schemas.microsoft.com/office/mac/drawingml/2011/main" val="1"/>
            </a:ext>
          </a:extLst>
        </p:spPr>
        <p:txBody>
          <a:bodyPr wrap="square" numCol="1" anchor="t" anchorCtr="0" compatLnSpc="1">
            <a:prstTxWarp prst="textNoShape">
              <a:avLst/>
            </a:prstTxWarp>
          </a:bodyPr>
          <a:lstStyle/>
          <a:p>
            <a:endParaRPr lang="en-US" altLang="en-US" dirty="0"/>
          </a:p>
        </p:txBody>
      </p:sp>
      <p:sp>
        <p:nvSpPr>
          <p:cNvPr id="57347" name="Slide Number Placeholder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Calibri" charset="0"/>
                <a:ea typeface="ＭＳ Ｐゴシック" charset="-128"/>
              </a:defRPr>
            </a:lvl1pPr>
            <a:lvl2pPr marL="742950" indent="-285750">
              <a:spcBef>
                <a:spcPct val="30000"/>
              </a:spcBef>
              <a:defRPr sz="1200">
                <a:solidFill>
                  <a:schemeClr val="tx1"/>
                </a:solidFill>
                <a:latin typeface="Calibri" charset="0"/>
                <a:ea typeface="ＭＳ Ｐゴシック" charset="-128"/>
              </a:defRPr>
            </a:lvl2pPr>
            <a:lvl3pPr marL="1143000" indent="-228600">
              <a:spcBef>
                <a:spcPct val="30000"/>
              </a:spcBef>
              <a:defRPr sz="1200">
                <a:solidFill>
                  <a:schemeClr val="tx1"/>
                </a:solidFill>
                <a:latin typeface="Calibri" charset="0"/>
                <a:ea typeface="ＭＳ Ｐゴシック" charset="-128"/>
              </a:defRPr>
            </a:lvl3pPr>
            <a:lvl4pPr marL="1600200" indent="-228600">
              <a:spcBef>
                <a:spcPct val="30000"/>
              </a:spcBef>
              <a:defRPr sz="1200">
                <a:solidFill>
                  <a:schemeClr val="tx1"/>
                </a:solidFill>
                <a:latin typeface="Calibri" charset="0"/>
                <a:ea typeface="ＭＳ Ｐゴシック" charset="-128"/>
              </a:defRPr>
            </a:lvl4pPr>
            <a:lvl5pPr marL="2057400" indent="-228600">
              <a:spcBef>
                <a:spcPct val="30000"/>
              </a:spcBef>
              <a:defRPr sz="1200">
                <a:solidFill>
                  <a:schemeClr val="tx1"/>
                </a:solidFill>
                <a:latin typeface="Calibri" charset="0"/>
                <a:ea typeface="ＭＳ Ｐゴシック" charset="-128"/>
              </a:defRPr>
            </a:lvl5pPr>
            <a:lvl6pPr marL="2514600" indent="-228600" eaLnBrk="0" fontAlgn="base" hangingPunct="0">
              <a:spcBef>
                <a:spcPct val="30000"/>
              </a:spcBef>
              <a:spcAft>
                <a:spcPct val="0"/>
              </a:spcAft>
              <a:defRPr sz="1200">
                <a:solidFill>
                  <a:schemeClr val="tx1"/>
                </a:solidFill>
                <a:latin typeface="Calibri" charset="0"/>
                <a:ea typeface="ＭＳ Ｐゴシック" charset="-128"/>
              </a:defRPr>
            </a:lvl6pPr>
            <a:lvl7pPr marL="2971800" indent="-228600" eaLnBrk="0" fontAlgn="base" hangingPunct="0">
              <a:spcBef>
                <a:spcPct val="30000"/>
              </a:spcBef>
              <a:spcAft>
                <a:spcPct val="0"/>
              </a:spcAft>
              <a:defRPr sz="1200">
                <a:solidFill>
                  <a:schemeClr val="tx1"/>
                </a:solidFill>
                <a:latin typeface="Calibri" charset="0"/>
                <a:ea typeface="ＭＳ Ｐゴシック" charset="-128"/>
              </a:defRPr>
            </a:lvl7pPr>
            <a:lvl8pPr marL="3429000" indent="-228600" eaLnBrk="0" fontAlgn="base" hangingPunct="0">
              <a:spcBef>
                <a:spcPct val="30000"/>
              </a:spcBef>
              <a:spcAft>
                <a:spcPct val="0"/>
              </a:spcAft>
              <a:defRPr sz="1200">
                <a:solidFill>
                  <a:schemeClr val="tx1"/>
                </a:solidFill>
                <a:latin typeface="Calibri" charset="0"/>
                <a:ea typeface="ＭＳ Ｐゴシック" charset="-128"/>
              </a:defRPr>
            </a:lvl8pPr>
            <a:lvl9pPr marL="3886200" indent="-228600" eaLnBrk="0" fontAlgn="base" hangingPunct="0">
              <a:spcBef>
                <a:spcPct val="30000"/>
              </a:spcBef>
              <a:spcAft>
                <a:spcPct val="0"/>
              </a:spcAft>
              <a:defRPr sz="1200">
                <a:solidFill>
                  <a:schemeClr val="tx1"/>
                </a:solidFill>
                <a:latin typeface="Calibri" charset="0"/>
                <a:ea typeface="ＭＳ Ｐゴシック" charset="-128"/>
              </a:defRPr>
            </a:lvl9pPr>
          </a:lstStyle>
          <a:p>
            <a:pPr>
              <a:spcBef>
                <a:spcPct val="0"/>
              </a:spcBef>
            </a:pPr>
            <a:fld id="{F4586713-5072-CD4C-9DD9-2F754883C6A7}" type="slidenum">
              <a:rPr lang="en-US" altLang="en-US"/>
              <a:pPr>
                <a:spcBef>
                  <a:spcPct val="0"/>
                </a:spcBef>
              </a:pPr>
              <a:t>24</a:t>
            </a:fld>
            <a:endParaRPr lang="en-US" altLang="en-US" dirty="0"/>
          </a:p>
        </p:txBody>
      </p:sp>
    </p:spTree>
    <p:extLst>
      <p:ext uri="{BB962C8B-B14F-4D97-AF65-F5344CB8AC3E}">
        <p14:creationId xmlns:p14="http://schemas.microsoft.com/office/powerpoint/2010/main" val="740103813"/>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393"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 uri="{FAA26D3D-D897-4be2-8F04-BA451C77F1D7}">
              <ma14:placeholderFlag xmlns="" xmlns:ma14="http://schemas.microsoft.com/office/mac/drawingml/2011/main" val="1"/>
            </a:ext>
          </a:extLst>
        </p:spPr>
      </p:sp>
      <p:sp>
        <p:nvSpPr>
          <p:cNvPr id="59394"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FAA26D3D-D897-4be2-8F04-BA451C77F1D7}">
              <ma14:placeholderFlag xmlns="" xmlns:ma14="http://schemas.microsoft.com/office/mac/drawingml/2011/main" val="1"/>
            </a:ext>
          </a:extLst>
        </p:spPr>
        <p:txBody>
          <a:bodyPr wrap="square" numCol="1" anchor="t" anchorCtr="0" compatLnSpc="1">
            <a:prstTxWarp prst="textNoShape">
              <a:avLst/>
            </a:prstTxWarp>
          </a:bodyPr>
          <a:lstStyle/>
          <a:p>
            <a:endParaRPr lang="en-US" altLang="en-US" dirty="0"/>
          </a:p>
        </p:txBody>
      </p:sp>
      <p:sp>
        <p:nvSpPr>
          <p:cNvPr id="59395" name="Slide Number Placeholder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Calibri" charset="0"/>
                <a:ea typeface="ＭＳ Ｐゴシック" charset="-128"/>
              </a:defRPr>
            </a:lvl1pPr>
            <a:lvl2pPr marL="742950" indent="-285750">
              <a:spcBef>
                <a:spcPct val="30000"/>
              </a:spcBef>
              <a:defRPr sz="1200">
                <a:solidFill>
                  <a:schemeClr val="tx1"/>
                </a:solidFill>
                <a:latin typeface="Calibri" charset="0"/>
                <a:ea typeface="ＭＳ Ｐゴシック" charset="-128"/>
              </a:defRPr>
            </a:lvl2pPr>
            <a:lvl3pPr marL="1143000" indent="-228600">
              <a:spcBef>
                <a:spcPct val="30000"/>
              </a:spcBef>
              <a:defRPr sz="1200">
                <a:solidFill>
                  <a:schemeClr val="tx1"/>
                </a:solidFill>
                <a:latin typeface="Calibri" charset="0"/>
                <a:ea typeface="ＭＳ Ｐゴシック" charset="-128"/>
              </a:defRPr>
            </a:lvl3pPr>
            <a:lvl4pPr marL="1600200" indent="-228600">
              <a:spcBef>
                <a:spcPct val="30000"/>
              </a:spcBef>
              <a:defRPr sz="1200">
                <a:solidFill>
                  <a:schemeClr val="tx1"/>
                </a:solidFill>
                <a:latin typeface="Calibri" charset="0"/>
                <a:ea typeface="ＭＳ Ｐゴシック" charset="-128"/>
              </a:defRPr>
            </a:lvl4pPr>
            <a:lvl5pPr marL="2057400" indent="-228600">
              <a:spcBef>
                <a:spcPct val="30000"/>
              </a:spcBef>
              <a:defRPr sz="1200">
                <a:solidFill>
                  <a:schemeClr val="tx1"/>
                </a:solidFill>
                <a:latin typeface="Calibri" charset="0"/>
                <a:ea typeface="ＭＳ Ｐゴシック" charset="-128"/>
              </a:defRPr>
            </a:lvl5pPr>
            <a:lvl6pPr marL="2514600" indent="-228600" eaLnBrk="0" fontAlgn="base" hangingPunct="0">
              <a:spcBef>
                <a:spcPct val="30000"/>
              </a:spcBef>
              <a:spcAft>
                <a:spcPct val="0"/>
              </a:spcAft>
              <a:defRPr sz="1200">
                <a:solidFill>
                  <a:schemeClr val="tx1"/>
                </a:solidFill>
                <a:latin typeface="Calibri" charset="0"/>
                <a:ea typeface="ＭＳ Ｐゴシック" charset="-128"/>
              </a:defRPr>
            </a:lvl6pPr>
            <a:lvl7pPr marL="2971800" indent="-228600" eaLnBrk="0" fontAlgn="base" hangingPunct="0">
              <a:spcBef>
                <a:spcPct val="30000"/>
              </a:spcBef>
              <a:spcAft>
                <a:spcPct val="0"/>
              </a:spcAft>
              <a:defRPr sz="1200">
                <a:solidFill>
                  <a:schemeClr val="tx1"/>
                </a:solidFill>
                <a:latin typeface="Calibri" charset="0"/>
                <a:ea typeface="ＭＳ Ｐゴシック" charset="-128"/>
              </a:defRPr>
            </a:lvl7pPr>
            <a:lvl8pPr marL="3429000" indent="-228600" eaLnBrk="0" fontAlgn="base" hangingPunct="0">
              <a:spcBef>
                <a:spcPct val="30000"/>
              </a:spcBef>
              <a:spcAft>
                <a:spcPct val="0"/>
              </a:spcAft>
              <a:defRPr sz="1200">
                <a:solidFill>
                  <a:schemeClr val="tx1"/>
                </a:solidFill>
                <a:latin typeface="Calibri" charset="0"/>
                <a:ea typeface="ＭＳ Ｐゴシック" charset="-128"/>
              </a:defRPr>
            </a:lvl8pPr>
            <a:lvl9pPr marL="3886200" indent="-228600" eaLnBrk="0" fontAlgn="base" hangingPunct="0">
              <a:spcBef>
                <a:spcPct val="30000"/>
              </a:spcBef>
              <a:spcAft>
                <a:spcPct val="0"/>
              </a:spcAft>
              <a:defRPr sz="1200">
                <a:solidFill>
                  <a:schemeClr val="tx1"/>
                </a:solidFill>
                <a:latin typeface="Calibri" charset="0"/>
                <a:ea typeface="ＭＳ Ｐゴシック" charset="-128"/>
              </a:defRPr>
            </a:lvl9pPr>
          </a:lstStyle>
          <a:p>
            <a:pPr>
              <a:spcBef>
                <a:spcPct val="0"/>
              </a:spcBef>
            </a:pPr>
            <a:fld id="{974DE704-FAEA-9C49-B742-FE6A1FABFBA9}" type="slidenum">
              <a:rPr lang="en-US" altLang="en-US"/>
              <a:pPr>
                <a:spcBef>
                  <a:spcPct val="0"/>
                </a:spcBef>
              </a:pPr>
              <a:t>25</a:t>
            </a:fld>
            <a:endParaRPr lang="en-US" altLang="en-US" dirty="0"/>
          </a:p>
        </p:txBody>
      </p:sp>
    </p:spTree>
    <p:extLst>
      <p:ext uri="{BB962C8B-B14F-4D97-AF65-F5344CB8AC3E}">
        <p14:creationId xmlns:p14="http://schemas.microsoft.com/office/powerpoint/2010/main" val="699501667"/>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41"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 uri="{FAA26D3D-D897-4be2-8F04-BA451C77F1D7}">
              <ma14:placeholderFlag xmlns="" xmlns:ma14="http://schemas.microsoft.com/office/mac/drawingml/2011/main" val="1"/>
            </a:ext>
          </a:extLst>
        </p:spPr>
      </p:sp>
      <p:sp>
        <p:nvSpPr>
          <p:cNvPr id="61442"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FAA26D3D-D897-4be2-8F04-BA451C77F1D7}">
              <ma14:placeholderFlag xmlns="" xmlns:ma14="http://schemas.microsoft.com/office/mac/drawingml/2011/main" val="1"/>
            </a:ext>
          </a:extLst>
        </p:spPr>
        <p:txBody>
          <a:bodyPr wrap="square" numCol="1" anchor="t" anchorCtr="0" compatLnSpc="1">
            <a:prstTxWarp prst="textNoShape">
              <a:avLst/>
            </a:prstTxWarp>
          </a:bodyPr>
          <a:lstStyle/>
          <a:p>
            <a:endParaRPr lang="en-US" altLang="en-US" dirty="0"/>
          </a:p>
        </p:txBody>
      </p:sp>
      <p:sp>
        <p:nvSpPr>
          <p:cNvPr id="61443" name="Slide Number Placeholder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Calibri" charset="0"/>
                <a:ea typeface="ＭＳ Ｐゴシック" charset="-128"/>
              </a:defRPr>
            </a:lvl1pPr>
            <a:lvl2pPr marL="742950" indent="-285750">
              <a:spcBef>
                <a:spcPct val="30000"/>
              </a:spcBef>
              <a:defRPr sz="1200">
                <a:solidFill>
                  <a:schemeClr val="tx1"/>
                </a:solidFill>
                <a:latin typeface="Calibri" charset="0"/>
                <a:ea typeface="ＭＳ Ｐゴシック" charset="-128"/>
              </a:defRPr>
            </a:lvl2pPr>
            <a:lvl3pPr marL="1143000" indent="-228600">
              <a:spcBef>
                <a:spcPct val="30000"/>
              </a:spcBef>
              <a:defRPr sz="1200">
                <a:solidFill>
                  <a:schemeClr val="tx1"/>
                </a:solidFill>
                <a:latin typeface="Calibri" charset="0"/>
                <a:ea typeface="ＭＳ Ｐゴシック" charset="-128"/>
              </a:defRPr>
            </a:lvl3pPr>
            <a:lvl4pPr marL="1600200" indent="-228600">
              <a:spcBef>
                <a:spcPct val="30000"/>
              </a:spcBef>
              <a:defRPr sz="1200">
                <a:solidFill>
                  <a:schemeClr val="tx1"/>
                </a:solidFill>
                <a:latin typeface="Calibri" charset="0"/>
                <a:ea typeface="ＭＳ Ｐゴシック" charset="-128"/>
              </a:defRPr>
            </a:lvl4pPr>
            <a:lvl5pPr marL="2057400" indent="-228600">
              <a:spcBef>
                <a:spcPct val="30000"/>
              </a:spcBef>
              <a:defRPr sz="1200">
                <a:solidFill>
                  <a:schemeClr val="tx1"/>
                </a:solidFill>
                <a:latin typeface="Calibri" charset="0"/>
                <a:ea typeface="ＭＳ Ｐゴシック" charset="-128"/>
              </a:defRPr>
            </a:lvl5pPr>
            <a:lvl6pPr marL="2514600" indent="-228600" eaLnBrk="0" fontAlgn="base" hangingPunct="0">
              <a:spcBef>
                <a:spcPct val="30000"/>
              </a:spcBef>
              <a:spcAft>
                <a:spcPct val="0"/>
              </a:spcAft>
              <a:defRPr sz="1200">
                <a:solidFill>
                  <a:schemeClr val="tx1"/>
                </a:solidFill>
                <a:latin typeface="Calibri" charset="0"/>
                <a:ea typeface="ＭＳ Ｐゴシック" charset="-128"/>
              </a:defRPr>
            </a:lvl6pPr>
            <a:lvl7pPr marL="2971800" indent="-228600" eaLnBrk="0" fontAlgn="base" hangingPunct="0">
              <a:spcBef>
                <a:spcPct val="30000"/>
              </a:spcBef>
              <a:spcAft>
                <a:spcPct val="0"/>
              </a:spcAft>
              <a:defRPr sz="1200">
                <a:solidFill>
                  <a:schemeClr val="tx1"/>
                </a:solidFill>
                <a:latin typeface="Calibri" charset="0"/>
                <a:ea typeface="ＭＳ Ｐゴシック" charset="-128"/>
              </a:defRPr>
            </a:lvl7pPr>
            <a:lvl8pPr marL="3429000" indent="-228600" eaLnBrk="0" fontAlgn="base" hangingPunct="0">
              <a:spcBef>
                <a:spcPct val="30000"/>
              </a:spcBef>
              <a:spcAft>
                <a:spcPct val="0"/>
              </a:spcAft>
              <a:defRPr sz="1200">
                <a:solidFill>
                  <a:schemeClr val="tx1"/>
                </a:solidFill>
                <a:latin typeface="Calibri" charset="0"/>
                <a:ea typeface="ＭＳ Ｐゴシック" charset="-128"/>
              </a:defRPr>
            </a:lvl8pPr>
            <a:lvl9pPr marL="3886200" indent="-228600" eaLnBrk="0" fontAlgn="base" hangingPunct="0">
              <a:spcBef>
                <a:spcPct val="30000"/>
              </a:spcBef>
              <a:spcAft>
                <a:spcPct val="0"/>
              </a:spcAft>
              <a:defRPr sz="1200">
                <a:solidFill>
                  <a:schemeClr val="tx1"/>
                </a:solidFill>
                <a:latin typeface="Calibri" charset="0"/>
                <a:ea typeface="ＭＳ Ｐゴシック" charset="-128"/>
              </a:defRPr>
            </a:lvl9pPr>
          </a:lstStyle>
          <a:p>
            <a:pPr>
              <a:spcBef>
                <a:spcPct val="0"/>
              </a:spcBef>
            </a:pPr>
            <a:fld id="{CAA093C1-9B6A-9247-9890-EFCE747F436A}" type="slidenum">
              <a:rPr lang="en-US" altLang="en-US"/>
              <a:pPr>
                <a:spcBef>
                  <a:spcPct val="0"/>
                </a:spcBef>
              </a:pPr>
              <a:t>26</a:t>
            </a:fld>
            <a:endParaRPr lang="en-US" altLang="en-US" dirty="0"/>
          </a:p>
        </p:txBody>
      </p:sp>
    </p:spTree>
    <p:extLst>
      <p:ext uri="{BB962C8B-B14F-4D97-AF65-F5344CB8AC3E}">
        <p14:creationId xmlns:p14="http://schemas.microsoft.com/office/powerpoint/2010/main" val="11990335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489"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 uri="{FAA26D3D-D897-4be2-8F04-BA451C77F1D7}">
              <ma14:placeholderFlag xmlns="" xmlns:ma14="http://schemas.microsoft.com/office/mac/drawingml/2011/main" val="1"/>
            </a:ext>
          </a:extLst>
        </p:spPr>
      </p:sp>
      <p:sp>
        <p:nvSpPr>
          <p:cNvPr id="63490"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FAA26D3D-D897-4be2-8F04-BA451C77F1D7}">
              <ma14:placeholderFlag xmlns="" xmlns:ma14="http://schemas.microsoft.com/office/mac/drawingml/2011/main" val="1"/>
            </a:ext>
          </a:extLst>
        </p:spPr>
        <p:txBody>
          <a:bodyPr wrap="square" numCol="1" anchor="t" anchorCtr="0" compatLnSpc="1">
            <a:prstTxWarp prst="textNoShape">
              <a:avLst/>
            </a:prstTxWarp>
          </a:bodyPr>
          <a:lstStyle/>
          <a:p>
            <a:endParaRPr lang="en-US" altLang="en-US" dirty="0"/>
          </a:p>
        </p:txBody>
      </p:sp>
      <p:sp>
        <p:nvSpPr>
          <p:cNvPr id="63491" name="Slide Number Placeholder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Calibri" charset="0"/>
                <a:ea typeface="ＭＳ Ｐゴシック" charset="-128"/>
              </a:defRPr>
            </a:lvl1pPr>
            <a:lvl2pPr marL="742950" indent="-285750">
              <a:spcBef>
                <a:spcPct val="30000"/>
              </a:spcBef>
              <a:defRPr sz="1200">
                <a:solidFill>
                  <a:schemeClr val="tx1"/>
                </a:solidFill>
                <a:latin typeface="Calibri" charset="0"/>
                <a:ea typeface="ＭＳ Ｐゴシック" charset="-128"/>
              </a:defRPr>
            </a:lvl2pPr>
            <a:lvl3pPr marL="1143000" indent="-228600">
              <a:spcBef>
                <a:spcPct val="30000"/>
              </a:spcBef>
              <a:defRPr sz="1200">
                <a:solidFill>
                  <a:schemeClr val="tx1"/>
                </a:solidFill>
                <a:latin typeface="Calibri" charset="0"/>
                <a:ea typeface="ＭＳ Ｐゴシック" charset="-128"/>
              </a:defRPr>
            </a:lvl3pPr>
            <a:lvl4pPr marL="1600200" indent="-228600">
              <a:spcBef>
                <a:spcPct val="30000"/>
              </a:spcBef>
              <a:defRPr sz="1200">
                <a:solidFill>
                  <a:schemeClr val="tx1"/>
                </a:solidFill>
                <a:latin typeface="Calibri" charset="0"/>
                <a:ea typeface="ＭＳ Ｐゴシック" charset="-128"/>
              </a:defRPr>
            </a:lvl4pPr>
            <a:lvl5pPr marL="2057400" indent="-228600">
              <a:spcBef>
                <a:spcPct val="30000"/>
              </a:spcBef>
              <a:defRPr sz="1200">
                <a:solidFill>
                  <a:schemeClr val="tx1"/>
                </a:solidFill>
                <a:latin typeface="Calibri" charset="0"/>
                <a:ea typeface="ＭＳ Ｐゴシック" charset="-128"/>
              </a:defRPr>
            </a:lvl5pPr>
            <a:lvl6pPr marL="2514600" indent="-228600" eaLnBrk="0" fontAlgn="base" hangingPunct="0">
              <a:spcBef>
                <a:spcPct val="30000"/>
              </a:spcBef>
              <a:spcAft>
                <a:spcPct val="0"/>
              </a:spcAft>
              <a:defRPr sz="1200">
                <a:solidFill>
                  <a:schemeClr val="tx1"/>
                </a:solidFill>
                <a:latin typeface="Calibri" charset="0"/>
                <a:ea typeface="ＭＳ Ｐゴシック" charset="-128"/>
              </a:defRPr>
            </a:lvl6pPr>
            <a:lvl7pPr marL="2971800" indent="-228600" eaLnBrk="0" fontAlgn="base" hangingPunct="0">
              <a:spcBef>
                <a:spcPct val="30000"/>
              </a:spcBef>
              <a:spcAft>
                <a:spcPct val="0"/>
              </a:spcAft>
              <a:defRPr sz="1200">
                <a:solidFill>
                  <a:schemeClr val="tx1"/>
                </a:solidFill>
                <a:latin typeface="Calibri" charset="0"/>
                <a:ea typeface="ＭＳ Ｐゴシック" charset="-128"/>
              </a:defRPr>
            </a:lvl7pPr>
            <a:lvl8pPr marL="3429000" indent="-228600" eaLnBrk="0" fontAlgn="base" hangingPunct="0">
              <a:spcBef>
                <a:spcPct val="30000"/>
              </a:spcBef>
              <a:spcAft>
                <a:spcPct val="0"/>
              </a:spcAft>
              <a:defRPr sz="1200">
                <a:solidFill>
                  <a:schemeClr val="tx1"/>
                </a:solidFill>
                <a:latin typeface="Calibri" charset="0"/>
                <a:ea typeface="ＭＳ Ｐゴシック" charset="-128"/>
              </a:defRPr>
            </a:lvl8pPr>
            <a:lvl9pPr marL="3886200" indent="-228600" eaLnBrk="0" fontAlgn="base" hangingPunct="0">
              <a:spcBef>
                <a:spcPct val="30000"/>
              </a:spcBef>
              <a:spcAft>
                <a:spcPct val="0"/>
              </a:spcAft>
              <a:defRPr sz="1200">
                <a:solidFill>
                  <a:schemeClr val="tx1"/>
                </a:solidFill>
                <a:latin typeface="Calibri" charset="0"/>
                <a:ea typeface="ＭＳ Ｐゴシック" charset="-128"/>
              </a:defRPr>
            </a:lvl9pPr>
          </a:lstStyle>
          <a:p>
            <a:pPr>
              <a:spcBef>
                <a:spcPct val="0"/>
              </a:spcBef>
            </a:pPr>
            <a:fld id="{D03B6661-1AFA-7148-8977-C7C39DC407EF}" type="slidenum">
              <a:rPr lang="en-US" altLang="en-US"/>
              <a:pPr>
                <a:spcBef>
                  <a:spcPct val="0"/>
                </a:spcBef>
              </a:pPr>
              <a:t>27</a:t>
            </a:fld>
            <a:endParaRPr lang="en-US" altLang="en-US" dirty="0"/>
          </a:p>
        </p:txBody>
      </p:sp>
    </p:spTree>
    <p:extLst>
      <p:ext uri="{BB962C8B-B14F-4D97-AF65-F5344CB8AC3E}">
        <p14:creationId xmlns:p14="http://schemas.microsoft.com/office/powerpoint/2010/main" val="17102048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lvl1pPr>
              <a:defRPr/>
            </a:lvl1pPr>
          </a:lstStyle>
          <a:p>
            <a:pPr>
              <a:defRPr/>
            </a:pPr>
            <a:fld id="{14A28C82-7B89-E94E-AA47-F1FABF804143}" type="datetime1">
              <a:rPr lang="en-US" altLang="en-US"/>
              <a:pPr>
                <a:defRPr/>
              </a:pPr>
              <a:t>6/6/24</a:t>
            </a:fld>
            <a:endParaRPr lang="en-US" altLang="en-US" dirty="0"/>
          </a:p>
        </p:txBody>
      </p:sp>
      <p:sp>
        <p:nvSpPr>
          <p:cNvPr id="5" name="Footer Placeholder 4"/>
          <p:cNvSpPr>
            <a:spLocks noGrp="1"/>
          </p:cNvSpPr>
          <p:nvPr>
            <p:ph type="ftr" sz="quarter" idx="11"/>
          </p:nvPr>
        </p:nvSpPr>
        <p:spPr/>
        <p:txBody>
          <a:bodyPr/>
          <a:lstStyle>
            <a:lvl1pPr>
              <a:defRPr/>
            </a:lvl1pPr>
          </a:lstStyle>
          <a:p>
            <a:pPr>
              <a:defRPr/>
            </a:pPr>
            <a:endParaRPr lang="en-US" dirty="0"/>
          </a:p>
        </p:txBody>
      </p:sp>
      <p:sp>
        <p:nvSpPr>
          <p:cNvPr id="6" name="Slide Number Placeholder 5"/>
          <p:cNvSpPr>
            <a:spLocks noGrp="1"/>
          </p:cNvSpPr>
          <p:nvPr>
            <p:ph type="sldNum" sz="quarter" idx="12"/>
          </p:nvPr>
        </p:nvSpPr>
        <p:spPr/>
        <p:txBody>
          <a:bodyPr/>
          <a:lstStyle>
            <a:lvl1pPr>
              <a:defRPr/>
            </a:lvl1pPr>
          </a:lstStyle>
          <a:p>
            <a:pPr>
              <a:defRPr/>
            </a:pPr>
            <a:fld id="{3F689E6F-01E6-8549-A870-1A6929655258}" type="slidenum">
              <a:rPr lang="en-US" altLang="en-US"/>
              <a:pPr>
                <a:defRPr/>
              </a:pPr>
              <a:t>‹#›</a:t>
            </a:fld>
            <a:endParaRPr lang="en-US" altLang="en-US" dirty="0"/>
          </a:p>
        </p:txBody>
      </p:sp>
    </p:spTree>
    <p:extLst>
      <p:ext uri="{BB962C8B-B14F-4D97-AF65-F5344CB8AC3E}">
        <p14:creationId xmlns:p14="http://schemas.microsoft.com/office/powerpoint/2010/main" val="25098097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b="1" i="0" baseline="0">
                <a:solidFill>
                  <a:schemeClr val="accent2">
                    <a:lumMod val="75000"/>
                  </a:schemeClr>
                </a:solidFill>
                <a:latin typeface="Arial" pitchFamily="34" charset="0"/>
                <a:cs typeface="Arial" pitchFamily="34" charset="0"/>
              </a:defRPr>
            </a:lvl1pPr>
          </a:lstStyle>
          <a:p>
            <a:r>
              <a:rPr lang="en-US"/>
              <a:t>Click to edit Master title style</a:t>
            </a:r>
            <a:endParaRPr lang="en-US" dirty="0"/>
          </a:p>
        </p:txBody>
      </p:sp>
      <p:sp>
        <p:nvSpPr>
          <p:cNvPr id="3" name="Content Placeholder 2"/>
          <p:cNvSpPr>
            <a:spLocks noGrp="1"/>
          </p:cNvSpPr>
          <p:nvPr>
            <p:ph idx="1"/>
          </p:nvPr>
        </p:nvSpPr>
        <p:spPr/>
        <p:txBody>
          <a:bodyPr/>
          <a:lstStyle>
            <a:lvl1pPr indent="0">
              <a:buFont typeface="Wingdings" pitchFamily="2" charset="2"/>
              <a:buNone/>
              <a:defRPr/>
            </a:lvl1pPr>
            <a:lvl2pPr>
              <a:defRPr>
                <a:solidFill>
                  <a:schemeClr val="accent2">
                    <a:lumMod val="75000"/>
                  </a:schemeClr>
                </a:solidFill>
              </a:defRPr>
            </a:lvl2pPr>
            <a:lvl4pPr>
              <a:defRPr>
                <a:solidFill>
                  <a:schemeClr val="accent6">
                    <a:lumMod val="50000"/>
                  </a:schemeClr>
                </a:solidFill>
              </a:defRPr>
            </a:lvl4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18806382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lvl1pPr>
              <a:defRPr/>
            </a:lvl1pPr>
          </a:lstStyle>
          <a:p>
            <a:pPr>
              <a:defRPr/>
            </a:pPr>
            <a:fld id="{94CEE25D-6BF4-F647-A38F-286E7BE29AE6}" type="datetime1">
              <a:rPr lang="en-US" altLang="en-US"/>
              <a:pPr>
                <a:defRPr/>
              </a:pPr>
              <a:t>6/6/24</a:t>
            </a:fld>
            <a:endParaRPr lang="en-US" altLang="en-US" dirty="0"/>
          </a:p>
        </p:txBody>
      </p:sp>
      <p:sp>
        <p:nvSpPr>
          <p:cNvPr id="5" name="Footer Placeholder 4"/>
          <p:cNvSpPr>
            <a:spLocks noGrp="1"/>
          </p:cNvSpPr>
          <p:nvPr>
            <p:ph type="ftr" sz="quarter" idx="11"/>
          </p:nvPr>
        </p:nvSpPr>
        <p:spPr/>
        <p:txBody>
          <a:bodyPr/>
          <a:lstStyle>
            <a:lvl1pPr>
              <a:defRPr/>
            </a:lvl1pPr>
          </a:lstStyle>
          <a:p>
            <a:pPr>
              <a:defRPr/>
            </a:pPr>
            <a:endParaRPr lang="en-US" dirty="0"/>
          </a:p>
        </p:txBody>
      </p:sp>
      <p:sp>
        <p:nvSpPr>
          <p:cNvPr id="6" name="Slide Number Placeholder 5"/>
          <p:cNvSpPr>
            <a:spLocks noGrp="1"/>
          </p:cNvSpPr>
          <p:nvPr>
            <p:ph type="sldNum" sz="quarter" idx="12"/>
          </p:nvPr>
        </p:nvSpPr>
        <p:spPr/>
        <p:txBody>
          <a:bodyPr/>
          <a:lstStyle>
            <a:lvl1pPr>
              <a:defRPr/>
            </a:lvl1pPr>
          </a:lstStyle>
          <a:p>
            <a:pPr>
              <a:defRPr/>
            </a:pPr>
            <a:fld id="{75E54B36-DDCF-DE41-BC0F-502E819A214F}" type="slidenum">
              <a:rPr lang="en-US" altLang="en-US"/>
              <a:pPr>
                <a:defRPr/>
              </a:pPr>
              <a:t>‹#›</a:t>
            </a:fld>
            <a:endParaRPr lang="en-US" altLang="en-US" dirty="0"/>
          </a:p>
        </p:txBody>
      </p:sp>
    </p:spTree>
    <p:extLst>
      <p:ext uri="{BB962C8B-B14F-4D97-AF65-F5344CB8AC3E}">
        <p14:creationId xmlns:p14="http://schemas.microsoft.com/office/powerpoint/2010/main" val="57943134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3"/>
          <p:cNvSpPr>
            <a:spLocks noGrp="1"/>
          </p:cNvSpPr>
          <p:nvPr>
            <p:ph type="dt" sz="half" idx="10"/>
          </p:nvPr>
        </p:nvSpPr>
        <p:spPr/>
        <p:txBody>
          <a:bodyPr/>
          <a:lstStyle>
            <a:lvl1pPr>
              <a:defRPr/>
            </a:lvl1pPr>
          </a:lstStyle>
          <a:p>
            <a:pPr>
              <a:defRPr/>
            </a:pPr>
            <a:fld id="{5D0B7FF1-5CD7-D149-BFF7-640E5DED0002}" type="datetime1">
              <a:rPr lang="en-US" altLang="en-US"/>
              <a:pPr>
                <a:defRPr/>
              </a:pPr>
              <a:t>6/6/24</a:t>
            </a:fld>
            <a:endParaRPr lang="en-US" altLang="en-US" dirty="0"/>
          </a:p>
        </p:txBody>
      </p:sp>
      <p:sp>
        <p:nvSpPr>
          <p:cNvPr id="6" name="Footer Placeholder 4"/>
          <p:cNvSpPr>
            <a:spLocks noGrp="1"/>
          </p:cNvSpPr>
          <p:nvPr>
            <p:ph type="ftr" sz="quarter" idx="11"/>
          </p:nvPr>
        </p:nvSpPr>
        <p:spPr/>
        <p:txBody>
          <a:bodyPr/>
          <a:lstStyle>
            <a:lvl1pPr>
              <a:defRPr/>
            </a:lvl1pPr>
          </a:lstStyle>
          <a:p>
            <a:pPr>
              <a:defRPr/>
            </a:pPr>
            <a:endParaRPr lang="en-US" dirty="0"/>
          </a:p>
        </p:txBody>
      </p:sp>
      <p:sp>
        <p:nvSpPr>
          <p:cNvPr id="7" name="Slide Number Placeholder 5"/>
          <p:cNvSpPr>
            <a:spLocks noGrp="1"/>
          </p:cNvSpPr>
          <p:nvPr>
            <p:ph type="sldNum" sz="quarter" idx="12"/>
          </p:nvPr>
        </p:nvSpPr>
        <p:spPr/>
        <p:txBody>
          <a:bodyPr/>
          <a:lstStyle>
            <a:lvl1pPr>
              <a:defRPr/>
            </a:lvl1pPr>
          </a:lstStyle>
          <a:p>
            <a:pPr>
              <a:defRPr/>
            </a:pPr>
            <a:fld id="{EA09650F-07FF-0A41-AB91-17FD0843370C}" type="slidenum">
              <a:rPr lang="en-US" altLang="en-US"/>
              <a:pPr>
                <a:defRPr/>
              </a:pPr>
              <a:t>‹#›</a:t>
            </a:fld>
            <a:endParaRPr lang="en-US" altLang="en-US" dirty="0"/>
          </a:p>
        </p:txBody>
      </p:sp>
    </p:spTree>
    <p:extLst>
      <p:ext uri="{BB962C8B-B14F-4D97-AF65-F5344CB8AC3E}">
        <p14:creationId xmlns:p14="http://schemas.microsoft.com/office/powerpoint/2010/main" val="181175991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3"/>
          <p:cNvSpPr>
            <a:spLocks noGrp="1"/>
          </p:cNvSpPr>
          <p:nvPr>
            <p:ph type="dt" sz="half" idx="10"/>
          </p:nvPr>
        </p:nvSpPr>
        <p:spPr/>
        <p:txBody>
          <a:bodyPr/>
          <a:lstStyle>
            <a:lvl1pPr>
              <a:defRPr/>
            </a:lvl1pPr>
          </a:lstStyle>
          <a:p>
            <a:pPr>
              <a:defRPr/>
            </a:pPr>
            <a:fld id="{82D3097D-72B2-8445-8AEB-81E891B4B29E}" type="datetime1">
              <a:rPr lang="en-US" altLang="en-US"/>
              <a:pPr>
                <a:defRPr/>
              </a:pPr>
              <a:t>6/6/24</a:t>
            </a:fld>
            <a:endParaRPr lang="en-US" altLang="en-US" dirty="0"/>
          </a:p>
        </p:txBody>
      </p:sp>
      <p:sp>
        <p:nvSpPr>
          <p:cNvPr id="8" name="Footer Placeholder 4"/>
          <p:cNvSpPr>
            <a:spLocks noGrp="1"/>
          </p:cNvSpPr>
          <p:nvPr>
            <p:ph type="ftr" sz="quarter" idx="11"/>
          </p:nvPr>
        </p:nvSpPr>
        <p:spPr/>
        <p:txBody>
          <a:bodyPr/>
          <a:lstStyle>
            <a:lvl1pPr>
              <a:defRPr/>
            </a:lvl1pPr>
          </a:lstStyle>
          <a:p>
            <a:pPr>
              <a:defRPr/>
            </a:pPr>
            <a:endParaRPr lang="en-US" dirty="0"/>
          </a:p>
        </p:txBody>
      </p:sp>
      <p:sp>
        <p:nvSpPr>
          <p:cNvPr id="9" name="Slide Number Placeholder 5"/>
          <p:cNvSpPr>
            <a:spLocks noGrp="1"/>
          </p:cNvSpPr>
          <p:nvPr>
            <p:ph type="sldNum" sz="quarter" idx="12"/>
          </p:nvPr>
        </p:nvSpPr>
        <p:spPr/>
        <p:txBody>
          <a:bodyPr/>
          <a:lstStyle>
            <a:lvl1pPr>
              <a:defRPr/>
            </a:lvl1pPr>
          </a:lstStyle>
          <a:p>
            <a:pPr>
              <a:defRPr/>
            </a:pPr>
            <a:fld id="{C7060DAE-B14A-A046-AB4A-D48EA26877DA}" type="slidenum">
              <a:rPr lang="en-US" altLang="en-US"/>
              <a:pPr>
                <a:defRPr/>
              </a:pPr>
              <a:t>‹#›</a:t>
            </a:fld>
            <a:endParaRPr lang="en-US" altLang="en-US" dirty="0"/>
          </a:p>
        </p:txBody>
      </p:sp>
    </p:spTree>
    <p:extLst>
      <p:ext uri="{BB962C8B-B14F-4D97-AF65-F5344CB8AC3E}">
        <p14:creationId xmlns:p14="http://schemas.microsoft.com/office/powerpoint/2010/main" val="107829420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3"/>
          <p:cNvSpPr>
            <a:spLocks noGrp="1"/>
          </p:cNvSpPr>
          <p:nvPr>
            <p:ph type="dt" sz="half" idx="10"/>
          </p:nvPr>
        </p:nvSpPr>
        <p:spPr/>
        <p:txBody>
          <a:bodyPr/>
          <a:lstStyle>
            <a:lvl1pPr>
              <a:defRPr/>
            </a:lvl1pPr>
          </a:lstStyle>
          <a:p>
            <a:pPr>
              <a:defRPr/>
            </a:pPr>
            <a:fld id="{9CE90B7E-8FE3-9641-9424-EDA2B33419D7}" type="datetime1">
              <a:rPr lang="en-US" altLang="en-US"/>
              <a:pPr>
                <a:defRPr/>
              </a:pPr>
              <a:t>6/6/24</a:t>
            </a:fld>
            <a:endParaRPr lang="en-US" altLang="en-US" dirty="0"/>
          </a:p>
        </p:txBody>
      </p:sp>
      <p:sp>
        <p:nvSpPr>
          <p:cNvPr id="4" name="Footer Placeholder 4"/>
          <p:cNvSpPr>
            <a:spLocks noGrp="1"/>
          </p:cNvSpPr>
          <p:nvPr>
            <p:ph type="ftr" sz="quarter" idx="11"/>
          </p:nvPr>
        </p:nvSpPr>
        <p:spPr/>
        <p:txBody>
          <a:bodyPr/>
          <a:lstStyle>
            <a:lvl1pPr>
              <a:defRPr/>
            </a:lvl1pPr>
          </a:lstStyle>
          <a:p>
            <a:pPr>
              <a:defRPr/>
            </a:pPr>
            <a:endParaRPr lang="en-US" dirty="0"/>
          </a:p>
        </p:txBody>
      </p:sp>
      <p:sp>
        <p:nvSpPr>
          <p:cNvPr id="5" name="Slide Number Placeholder 5"/>
          <p:cNvSpPr>
            <a:spLocks noGrp="1"/>
          </p:cNvSpPr>
          <p:nvPr>
            <p:ph type="sldNum" sz="quarter" idx="12"/>
          </p:nvPr>
        </p:nvSpPr>
        <p:spPr/>
        <p:txBody>
          <a:bodyPr/>
          <a:lstStyle>
            <a:lvl1pPr>
              <a:defRPr/>
            </a:lvl1pPr>
          </a:lstStyle>
          <a:p>
            <a:pPr>
              <a:defRPr/>
            </a:pPr>
            <a:fld id="{B494E33A-800B-9F48-8D8E-1EFA97091497}" type="slidenum">
              <a:rPr lang="en-US" altLang="en-US"/>
              <a:pPr>
                <a:defRPr/>
              </a:pPr>
              <a:t>‹#›</a:t>
            </a:fld>
            <a:endParaRPr lang="en-US" altLang="en-US" dirty="0"/>
          </a:p>
        </p:txBody>
      </p:sp>
    </p:spTree>
    <p:extLst>
      <p:ext uri="{BB962C8B-B14F-4D97-AF65-F5344CB8AC3E}">
        <p14:creationId xmlns:p14="http://schemas.microsoft.com/office/powerpoint/2010/main" val="27622320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3"/>
          <p:cNvSpPr>
            <a:spLocks noGrp="1"/>
          </p:cNvSpPr>
          <p:nvPr>
            <p:ph type="dt" sz="half" idx="10"/>
          </p:nvPr>
        </p:nvSpPr>
        <p:spPr/>
        <p:txBody>
          <a:bodyPr/>
          <a:lstStyle>
            <a:lvl1pPr>
              <a:defRPr/>
            </a:lvl1pPr>
          </a:lstStyle>
          <a:p>
            <a:pPr>
              <a:defRPr/>
            </a:pPr>
            <a:fld id="{EF8ECD37-73E7-AC45-ABC9-1B1DCF7B483C}" type="datetime1">
              <a:rPr lang="en-US" altLang="en-US"/>
              <a:pPr>
                <a:defRPr/>
              </a:pPr>
              <a:t>6/6/24</a:t>
            </a:fld>
            <a:endParaRPr lang="en-US" altLang="en-US" dirty="0"/>
          </a:p>
        </p:txBody>
      </p:sp>
      <p:sp>
        <p:nvSpPr>
          <p:cNvPr id="3" name="Footer Placeholder 4"/>
          <p:cNvSpPr>
            <a:spLocks noGrp="1"/>
          </p:cNvSpPr>
          <p:nvPr>
            <p:ph type="ftr" sz="quarter" idx="11"/>
          </p:nvPr>
        </p:nvSpPr>
        <p:spPr/>
        <p:txBody>
          <a:bodyPr/>
          <a:lstStyle>
            <a:lvl1pPr>
              <a:defRPr/>
            </a:lvl1pPr>
          </a:lstStyle>
          <a:p>
            <a:pPr>
              <a:defRPr/>
            </a:pPr>
            <a:endParaRPr lang="en-US" dirty="0"/>
          </a:p>
        </p:txBody>
      </p:sp>
      <p:sp>
        <p:nvSpPr>
          <p:cNvPr id="4" name="Slide Number Placeholder 5"/>
          <p:cNvSpPr>
            <a:spLocks noGrp="1"/>
          </p:cNvSpPr>
          <p:nvPr>
            <p:ph type="sldNum" sz="quarter" idx="12"/>
          </p:nvPr>
        </p:nvSpPr>
        <p:spPr/>
        <p:txBody>
          <a:bodyPr/>
          <a:lstStyle>
            <a:lvl1pPr>
              <a:defRPr/>
            </a:lvl1pPr>
          </a:lstStyle>
          <a:p>
            <a:pPr>
              <a:defRPr/>
            </a:pPr>
            <a:fld id="{3A855165-F9EB-A54B-8F63-7A5EAFA4A850}" type="slidenum">
              <a:rPr lang="en-US" altLang="en-US"/>
              <a:pPr>
                <a:defRPr/>
              </a:pPr>
              <a:t>‹#›</a:t>
            </a:fld>
            <a:endParaRPr lang="en-US" altLang="en-US" dirty="0"/>
          </a:p>
        </p:txBody>
      </p:sp>
    </p:spTree>
    <p:extLst>
      <p:ext uri="{BB962C8B-B14F-4D97-AF65-F5344CB8AC3E}">
        <p14:creationId xmlns:p14="http://schemas.microsoft.com/office/powerpoint/2010/main" val="177131249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3"/>
          <p:cNvSpPr>
            <a:spLocks noGrp="1"/>
          </p:cNvSpPr>
          <p:nvPr>
            <p:ph type="dt" sz="half" idx="10"/>
          </p:nvPr>
        </p:nvSpPr>
        <p:spPr/>
        <p:txBody>
          <a:bodyPr/>
          <a:lstStyle>
            <a:lvl1pPr>
              <a:defRPr/>
            </a:lvl1pPr>
          </a:lstStyle>
          <a:p>
            <a:pPr>
              <a:defRPr/>
            </a:pPr>
            <a:fld id="{07758F96-00C1-A546-BCCE-F947FCC42E2A}" type="datetime1">
              <a:rPr lang="en-US" altLang="en-US"/>
              <a:pPr>
                <a:defRPr/>
              </a:pPr>
              <a:t>6/6/24</a:t>
            </a:fld>
            <a:endParaRPr lang="en-US" altLang="en-US" dirty="0"/>
          </a:p>
        </p:txBody>
      </p:sp>
      <p:sp>
        <p:nvSpPr>
          <p:cNvPr id="6" name="Footer Placeholder 4"/>
          <p:cNvSpPr>
            <a:spLocks noGrp="1"/>
          </p:cNvSpPr>
          <p:nvPr>
            <p:ph type="ftr" sz="quarter" idx="11"/>
          </p:nvPr>
        </p:nvSpPr>
        <p:spPr/>
        <p:txBody>
          <a:bodyPr/>
          <a:lstStyle>
            <a:lvl1pPr>
              <a:defRPr/>
            </a:lvl1pPr>
          </a:lstStyle>
          <a:p>
            <a:pPr>
              <a:defRPr/>
            </a:pPr>
            <a:endParaRPr lang="en-US" dirty="0"/>
          </a:p>
        </p:txBody>
      </p:sp>
      <p:sp>
        <p:nvSpPr>
          <p:cNvPr id="7" name="Slide Number Placeholder 5"/>
          <p:cNvSpPr>
            <a:spLocks noGrp="1"/>
          </p:cNvSpPr>
          <p:nvPr>
            <p:ph type="sldNum" sz="quarter" idx="12"/>
          </p:nvPr>
        </p:nvSpPr>
        <p:spPr/>
        <p:txBody>
          <a:bodyPr/>
          <a:lstStyle>
            <a:lvl1pPr>
              <a:defRPr/>
            </a:lvl1pPr>
          </a:lstStyle>
          <a:p>
            <a:pPr>
              <a:defRPr/>
            </a:pPr>
            <a:fld id="{8756C355-E93A-0047-8A0C-B3223E4DD17D}" type="slidenum">
              <a:rPr lang="en-US" altLang="en-US"/>
              <a:pPr>
                <a:defRPr/>
              </a:pPr>
              <a:t>‹#›</a:t>
            </a:fld>
            <a:endParaRPr lang="en-US" altLang="en-US" dirty="0"/>
          </a:p>
        </p:txBody>
      </p:sp>
    </p:spTree>
    <p:extLst>
      <p:ext uri="{BB962C8B-B14F-4D97-AF65-F5344CB8AC3E}">
        <p14:creationId xmlns:p14="http://schemas.microsoft.com/office/powerpoint/2010/main" val="203080555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rtlCol="0">
            <a:normAutofit/>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r>
              <a:rPr lang="en-US" noProof="0" dirty="0"/>
              <a:t>Click icon to add picture</a:t>
            </a:r>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3"/>
          <p:cNvSpPr>
            <a:spLocks noGrp="1"/>
          </p:cNvSpPr>
          <p:nvPr>
            <p:ph type="dt" sz="half" idx="10"/>
          </p:nvPr>
        </p:nvSpPr>
        <p:spPr/>
        <p:txBody>
          <a:bodyPr/>
          <a:lstStyle>
            <a:lvl1pPr>
              <a:defRPr/>
            </a:lvl1pPr>
          </a:lstStyle>
          <a:p>
            <a:pPr>
              <a:defRPr/>
            </a:pPr>
            <a:fld id="{71AC8B94-81D3-B548-8BBE-ECE4B1B6362E}" type="datetime1">
              <a:rPr lang="en-US" altLang="en-US"/>
              <a:pPr>
                <a:defRPr/>
              </a:pPr>
              <a:t>6/6/24</a:t>
            </a:fld>
            <a:endParaRPr lang="en-US" altLang="en-US" dirty="0"/>
          </a:p>
        </p:txBody>
      </p:sp>
      <p:sp>
        <p:nvSpPr>
          <p:cNvPr id="6" name="Footer Placeholder 4"/>
          <p:cNvSpPr>
            <a:spLocks noGrp="1"/>
          </p:cNvSpPr>
          <p:nvPr>
            <p:ph type="ftr" sz="quarter" idx="11"/>
          </p:nvPr>
        </p:nvSpPr>
        <p:spPr/>
        <p:txBody>
          <a:bodyPr/>
          <a:lstStyle>
            <a:lvl1pPr>
              <a:defRPr/>
            </a:lvl1pPr>
          </a:lstStyle>
          <a:p>
            <a:pPr>
              <a:defRPr/>
            </a:pPr>
            <a:endParaRPr lang="en-US" dirty="0"/>
          </a:p>
        </p:txBody>
      </p:sp>
      <p:sp>
        <p:nvSpPr>
          <p:cNvPr id="7" name="Slide Number Placeholder 5"/>
          <p:cNvSpPr>
            <a:spLocks noGrp="1"/>
          </p:cNvSpPr>
          <p:nvPr>
            <p:ph type="sldNum" sz="quarter" idx="12"/>
          </p:nvPr>
        </p:nvSpPr>
        <p:spPr/>
        <p:txBody>
          <a:bodyPr/>
          <a:lstStyle>
            <a:lvl1pPr>
              <a:defRPr/>
            </a:lvl1pPr>
          </a:lstStyle>
          <a:p>
            <a:pPr>
              <a:defRPr/>
            </a:pPr>
            <a:fld id="{C2FCFF76-6755-2146-8821-B879D05138A4}" type="slidenum">
              <a:rPr lang="en-US" altLang="en-US"/>
              <a:pPr>
                <a:defRPr/>
              </a:pPr>
              <a:t>‹#›</a:t>
            </a:fld>
            <a:endParaRPr lang="en-US" altLang="en-US" dirty="0"/>
          </a:p>
        </p:txBody>
      </p:sp>
    </p:spTree>
    <p:extLst>
      <p:ext uri="{BB962C8B-B14F-4D97-AF65-F5344CB8AC3E}">
        <p14:creationId xmlns:p14="http://schemas.microsoft.com/office/powerpoint/2010/main" val="179141153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lvl1pPr>
              <a:defRPr/>
            </a:lvl1pPr>
          </a:lstStyle>
          <a:p>
            <a:pPr>
              <a:defRPr/>
            </a:pPr>
            <a:fld id="{CA9AD2F7-E8AF-C646-91DB-F4B8B4547371}" type="datetime1">
              <a:rPr lang="en-US" altLang="en-US"/>
              <a:pPr>
                <a:defRPr/>
              </a:pPr>
              <a:t>6/6/24</a:t>
            </a:fld>
            <a:endParaRPr lang="en-US" altLang="en-US" dirty="0"/>
          </a:p>
        </p:txBody>
      </p:sp>
      <p:sp>
        <p:nvSpPr>
          <p:cNvPr id="5" name="Footer Placeholder 4"/>
          <p:cNvSpPr>
            <a:spLocks noGrp="1"/>
          </p:cNvSpPr>
          <p:nvPr>
            <p:ph type="ftr" sz="quarter" idx="11"/>
          </p:nvPr>
        </p:nvSpPr>
        <p:spPr/>
        <p:txBody>
          <a:bodyPr/>
          <a:lstStyle>
            <a:lvl1pPr>
              <a:defRPr/>
            </a:lvl1pPr>
          </a:lstStyle>
          <a:p>
            <a:pPr>
              <a:defRPr/>
            </a:pPr>
            <a:endParaRPr lang="en-US" dirty="0"/>
          </a:p>
        </p:txBody>
      </p:sp>
      <p:sp>
        <p:nvSpPr>
          <p:cNvPr id="6" name="Slide Number Placeholder 5"/>
          <p:cNvSpPr>
            <a:spLocks noGrp="1"/>
          </p:cNvSpPr>
          <p:nvPr>
            <p:ph type="sldNum" sz="quarter" idx="12"/>
          </p:nvPr>
        </p:nvSpPr>
        <p:spPr/>
        <p:txBody>
          <a:bodyPr/>
          <a:lstStyle>
            <a:lvl1pPr>
              <a:defRPr/>
            </a:lvl1pPr>
          </a:lstStyle>
          <a:p>
            <a:pPr>
              <a:defRPr/>
            </a:pPr>
            <a:fld id="{DAD8B07C-2172-8543-83FB-271729E35D4E}" type="slidenum">
              <a:rPr lang="en-US" altLang="en-US"/>
              <a:pPr>
                <a:defRPr/>
              </a:pPr>
              <a:t>‹#›</a:t>
            </a:fld>
            <a:endParaRPr lang="en-US" altLang="en-US" dirty="0"/>
          </a:p>
        </p:txBody>
      </p:sp>
    </p:spTree>
    <p:extLst>
      <p:ext uri="{BB962C8B-B14F-4D97-AF65-F5344CB8AC3E}">
        <p14:creationId xmlns:p14="http://schemas.microsoft.com/office/powerpoint/2010/main" val="53293780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lvl1pPr>
              <a:defRPr/>
            </a:lvl1pPr>
          </a:lstStyle>
          <a:p>
            <a:pPr>
              <a:defRPr/>
            </a:pPr>
            <a:fld id="{83144093-067D-974C-A774-1737D5DD1FC8}" type="datetime1">
              <a:rPr lang="en-US" altLang="en-US"/>
              <a:pPr>
                <a:defRPr/>
              </a:pPr>
              <a:t>6/6/24</a:t>
            </a:fld>
            <a:endParaRPr lang="en-US" altLang="en-US" dirty="0"/>
          </a:p>
        </p:txBody>
      </p:sp>
      <p:sp>
        <p:nvSpPr>
          <p:cNvPr id="5" name="Footer Placeholder 4"/>
          <p:cNvSpPr>
            <a:spLocks noGrp="1"/>
          </p:cNvSpPr>
          <p:nvPr>
            <p:ph type="ftr" sz="quarter" idx="11"/>
          </p:nvPr>
        </p:nvSpPr>
        <p:spPr/>
        <p:txBody>
          <a:bodyPr/>
          <a:lstStyle>
            <a:lvl1pPr>
              <a:defRPr/>
            </a:lvl1pPr>
          </a:lstStyle>
          <a:p>
            <a:pPr>
              <a:defRPr/>
            </a:pPr>
            <a:endParaRPr lang="en-US" dirty="0"/>
          </a:p>
        </p:txBody>
      </p:sp>
      <p:sp>
        <p:nvSpPr>
          <p:cNvPr id="6" name="Slide Number Placeholder 5"/>
          <p:cNvSpPr>
            <a:spLocks noGrp="1"/>
          </p:cNvSpPr>
          <p:nvPr>
            <p:ph type="sldNum" sz="quarter" idx="12"/>
          </p:nvPr>
        </p:nvSpPr>
        <p:spPr/>
        <p:txBody>
          <a:bodyPr/>
          <a:lstStyle>
            <a:lvl1pPr>
              <a:defRPr/>
            </a:lvl1pPr>
          </a:lstStyle>
          <a:p>
            <a:pPr>
              <a:defRPr/>
            </a:pPr>
            <a:fld id="{29046424-35CE-2D40-8CF4-61F9B67BF5A0}" type="slidenum">
              <a:rPr lang="en-US" altLang="en-US"/>
              <a:pPr>
                <a:defRPr/>
              </a:pPr>
              <a:t>‹#›</a:t>
            </a:fld>
            <a:endParaRPr lang="en-US" altLang="en-US" dirty="0"/>
          </a:p>
        </p:txBody>
      </p:sp>
    </p:spTree>
    <p:extLst>
      <p:ext uri="{BB962C8B-B14F-4D97-AF65-F5344CB8AC3E}">
        <p14:creationId xmlns:p14="http://schemas.microsoft.com/office/powerpoint/2010/main" val="207888064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026" name="Title Placeholder 1"/>
          <p:cNvSpPr>
            <a:spLocks noGrp="1"/>
          </p:cNvSpPr>
          <p:nvPr>
            <p:ph type="title"/>
          </p:nvPr>
        </p:nvSpPr>
        <p:spPr bwMode="auto">
          <a:xfrm>
            <a:off x="457200" y="274638"/>
            <a:ext cx="822960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FAA26D3D-D897-4be2-8F04-BA451C77F1D7}">
              <ma14:placeholderFlag xmlns="" xmlns:ma14="http://schemas.microsoft.com/office/mac/drawingml/2011/main" val="1"/>
            </a:ext>
          </a:extLst>
        </p:spPr>
        <p:txBody>
          <a:bodyPr vert="horz" wrap="square" lIns="91440" tIns="45720" rIns="91440" bIns="45720" numCol="1" anchor="ctr" anchorCtr="0" compatLnSpc="1">
            <a:prstTxWarp prst="textNoShape">
              <a:avLst/>
            </a:prstTxWarp>
          </a:bodyPr>
          <a:lstStyle/>
          <a:p>
            <a:pPr lvl="0"/>
            <a:r>
              <a:rPr lang="en-US" altLang="en-US"/>
              <a:t>Click to edit Master title style</a:t>
            </a:r>
          </a:p>
        </p:txBody>
      </p:sp>
      <p:sp>
        <p:nvSpPr>
          <p:cNvPr id="1027" name="Text Placeholder 2"/>
          <p:cNvSpPr>
            <a:spLocks noGrp="1"/>
          </p:cNvSpPr>
          <p:nvPr>
            <p:ph type="body" idx="1"/>
          </p:nvPr>
        </p:nvSpPr>
        <p:spPr bwMode="auto">
          <a:xfrm>
            <a:off x="457200" y="1600200"/>
            <a:ext cx="8229600" cy="4525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FAA26D3D-D897-4be2-8F04-BA451C77F1D7}">
              <ma14:placeholderFlag xmlns="" xmlns:ma14="http://schemas.microsoft.com/office/mac/drawingml/2011/main" val="1"/>
            </a:ext>
          </a:extLst>
        </p:spPr>
        <p:txBody>
          <a:bodyPr vert="horz" wrap="square" lIns="91440" tIns="45720" rIns="91440" bIns="45720" numCol="1" anchor="t" anchorCtr="0" compatLnSpc="1">
            <a:prstTxWarp prst="textNoShape">
              <a:avLst/>
            </a:prstTxWarp>
          </a:bodyPr>
          <a:lstStyle/>
          <a:p>
            <a:pPr lvl="0"/>
            <a:r>
              <a:rPr lang="en-US" altLang="en-US"/>
              <a:t>Click to edit Master text styles </a:t>
            </a:r>
          </a:p>
          <a:p>
            <a:pPr lvl="1"/>
            <a:r>
              <a:rPr lang="en-US" altLang="en-US"/>
              <a:t>Second level</a:t>
            </a:r>
          </a:p>
          <a:p>
            <a:pPr lvl="2"/>
            <a:r>
              <a:rPr lang="en-US" altLang="en-US"/>
              <a:t>Third level</a:t>
            </a:r>
          </a:p>
          <a:p>
            <a:pPr lvl="3"/>
            <a:r>
              <a:rPr lang="en-US" altLang="en-US"/>
              <a:t>Fourth level</a:t>
            </a:r>
          </a:p>
          <a:p>
            <a:pPr lvl="4"/>
            <a:r>
              <a:rPr lang="en-US" alt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wrap="square" lIns="91440" tIns="45720" rIns="91440" bIns="45720" numCol="1" anchor="ctr" anchorCtr="0" compatLnSpc="1">
            <a:prstTxWarp prst="textNoShape">
              <a:avLst/>
            </a:prstTxWarp>
          </a:bodyPr>
          <a:lstStyle>
            <a:lvl1pPr eaLnBrk="1" hangingPunct="1">
              <a:defRPr sz="1200" smtClean="0">
                <a:solidFill>
                  <a:srgbClr val="898989"/>
                </a:solidFill>
              </a:defRPr>
            </a:lvl1pPr>
          </a:lstStyle>
          <a:p>
            <a:pPr>
              <a:defRPr/>
            </a:pPr>
            <a:fld id="{8489E7A8-77FB-D847-A67B-0C2B21E5817D}" type="datetime1">
              <a:rPr lang="en-US" altLang="en-US"/>
              <a:pPr>
                <a:defRPr/>
              </a:pPr>
              <a:t>6/6/24</a:t>
            </a:fld>
            <a:endParaRPr lang="en-US" altLang="en-US" dirty="0"/>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eaLnBrk="1" fontAlgn="auto" hangingPunct="1">
              <a:spcBef>
                <a:spcPts val="0"/>
              </a:spcBef>
              <a:spcAft>
                <a:spcPts val="0"/>
              </a:spcAft>
              <a:defRPr sz="1200">
                <a:solidFill>
                  <a:schemeClr val="tx1">
                    <a:tint val="75000"/>
                  </a:schemeClr>
                </a:solidFill>
                <a:latin typeface="+mn-lt"/>
                <a:ea typeface="+mn-ea"/>
                <a:cs typeface="+mn-cs"/>
              </a:defRPr>
            </a:lvl1pPr>
          </a:lstStyle>
          <a:p>
            <a:pPr>
              <a:defRPr/>
            </a:pPr>
            <a:endParaRPr lang="en-US" dirty="0"/>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wrap="square" lIns="91440" tIns="45720" rIns="91440" bIns="45720" numCol="1" anchor="ctr" anchorCtr="0" compatLnSpc="1">
            <a:prstTxWarp prst="textNoShape">
              <a:avLst/>
            </a:prstTxWarp>
          </a:bodyPr>
          <a:lstStyle>
            <a:lvl1pPr algn="r" eaLnBrk="1" hangingPunct="1">
              <a:defRPr sz="1200" smtClean="0">
                <a:solidFill>
                  <a:srgbClr val="898989"/>
                </a:solidFill>
              </a:defRPr>
            </a:lvl1pPr>
          </a:lstStyle>
          <a:p>
            <a:pPr>
              <a:defRPr/>
            </a:pPr>
            <a:fld id="{2E223A7A-E6A0-474B-AFBC-C9FD02CFCE0D}" type="slidenum">
              <a:rPr lang="en-US" altLang="en-US"/>
              <a:pPr>
                <a:defRPr/>
              </a:pPr>
              <a:t>‹#›</a:t>
            </a:fld>
            <a:endParaRPr lang="en-US" altLang="en-US" dirty="0"/>
          </a:p>
        </p:txBody>
      </p:sp>
    </p:spTree>
  </p:cSld>
  <p:clrMap bg1="lt1" tx1="dk1" bg2="lt2" tx2="dk2" accent1="accent1" accent2="accent2" accent3="accent3" accent4="accent4" accent5="accent5" accent6="accent6" hlink="hlink" folHlink="folHlink"/>
  <p:sldLayoutIdLst>
    <p:sldLayoutId id="2147483805" r:id="rId1"/>
    <p:sldLayoutId id="2147483815" r:id="rId2"/>
    <p:sldLayoutId id="2147483806" r:id="rId3"/>
    <p:sldLayoutId id="2147483807" r:id="rId4"/>
    <p:sldLayoutId id="2147483808" r:id="rId5"/>
    <p:sldLayoutId id="2147483809" r:id="rId6"/>
    <p:sldLayoutId id="2147483810" r:id="rId7"/>
    <p:sldLayoutId id="2147483811" r:id="rId8"/>
    <p:sldLayoutId id="2147483812" r:id="rId9"/>
    <p:sldLayoutId id="2147483813" r:id="rId10"/>
    <p:sldLayoutId id="2147483814" r:id="rId11"/>
  </p:sldLayoutIdLst>
  <p:txStyles>
    <p:titleStyle>
      <a:lvl1pPr algn="ctr" rtl="0" eaLnBrk="0" fontAlgn="base" hangingPunct="0">
        <a:spcBef>
          <a:spcPct val="0"/>
        </a:spcBef>
        <a:spcAft>
          <a:spcPct val="0"/>
        </a:spcAft>
        <a:defRPr sz="4400" kern="1200">
          <a:solidFill>
            <a:schemeClr val="tx1"/>
          </a:solidFill>
          <a:latin typeface="+mj-lt"/>
          <a:ea typeface="ＭＳ Ｐゴシック" charset="-128"/>
          <a:cs typeface="ＭＳ Ｐゴシック" charset="-128"/>
        </a:defRPr>
      </a:lvl1pPr>
      <a:lvl2pPr algn="ctr" rtl="0" eaLnBrk="0" fontAlgn="base" hangingPunct="0">
        <a:spcBef>
          <a:spcPct val="0"/>
        </a:spcBef>
        <a:spcAft>
          <a:spcPct val="0"/>
        </a:spcAft>
        <a:defRPr sz="4400">
          <a:solidFill>
            <a:schemeClr val="tx1"/>
          </a:solidFill>
          <a:latin typeface="Arial Black" pitchFamily="34" charset="0"/>
          <a:ea typeface="ＭＳ Ｐゴシック" charset="-128"/>
          <a:cs typeface="ＭＳ Ｐゴシック" charset="-128"/>
        </a:defRPr>
      </a:lvl2pPr>
      <a:lvl3pPr algn="ctr" rtl="0" eaLnBrk="0" fontAlgn="base" hangingPunct="0">
        <a:spcBef>
          <a:spcPct val="0"/>
        </a:spcBef>
        <a:spcAft>
          <a:spcPct val="0"/>
        </a:spcAft>
        <a:defRPr sz="4400">
          <a:solidFill>
            <a:schemeClr val="tx1"/>
          </a:solidFill>
          <a:latin typeface="Arial Black" pitchFamily="34" charset="0"/>
          <a:ea typeface="ＭＳ Ｐゴシック" charset="-128"/>
          <a:cs typeface="ＭＳ Ｐゴシック" charset="-128"/>
        </a:defRPr>
      </a:lvl3pPr>
      <a:lvl4pPr algn="ctr" rtl="0" eaLnBrk="0" fontAlgn="base" hangingPunct="0">
        <a:spcBef>
          <a:spcPct val="0"/>
        </a:spcBef>
        <a:spcAft>
          <a:spcPct val="0"/>
        </a:spcAft>
        <a:defRPr sz="4400">
          <a:solidFill>
            <a:schemeClr val="tx1"/>
          </a:solidFill>
          <a:latin typeface="Arial Black" pitchFamily="34" charset="0"/>
          <a:ea typeface="ＭＳ Ｐゴシック" charset="-128"/>
          <a:cs typeface="ＭＳ Ｐゴシック" charset="-128"/>
        </a:defRPr>
      </a:lvl4pPr>
      <a:lvl5pPr algn="ctr" rtl="0" eaLnBrk="0" fontAlgn="base" hangingPunct="0">
        <a:spcBef>
          <a:spcPct val="0"/>
        </a:spcBef>
        <a:spcAft>
          <a:spcPct val="0"/>
        </a:spcAft>
        <a:defRPr sz="4400">
          <a:solidFill>
            <a:schemeClr val="tx1"/>
          </a:solidFill>
          <a:latin typeface="Arial Black" pitchFamily="34" charset="0"/>
          <a:ea typeface="ＭＳ Ｐゴシック" charset="-128"/>
          <a:cs typeface="ＭＳ Ｐゴシック" charset="-128"/>
        </a:defRPr>
      </a:lvl5pPr>
      <a:lvl6pPr marL="457200" algn="ctr" rtl="0" eaLnBrk="1" fontAlgn="base" hangingPunct="1">
        <a:spcBef>
          <a:spcPct val="0"/>
        </a:spcBef>
        <a:spcAft>
          <a:spcPct val="0"/>
        </a:spcAft>
        <a:defRPr sz="4400">
          <a:solidFill>
            <a:schemeClr val="tx1"/>
          </a:solidFill>
          <a:latin typeface="Arial Black" pitchFamily="34" charset="0"/>
        </a:defRPr>
      </a:lvl6pPr>
      <a:lvl7pPr marL="914400" algn="ctr" rtl="0" eaLnBrk="1" fontAlgn="base" hangingPunct="1">
        <a:spcBef>
          <a:spcPct val="0"/>
        </a:spcBef>
        <a:spcAft>
          <a:spcPct val="0"/>
        </a:spcAft>
        <a:defRPr sz="4400">
          <a:solidFill>
            <a:schemeClr val="tx1"/>
          </a:solidFill>
          <a:latin typeface="Arial Black" pitchFamily="34" charset="0"/>
        </a:defRPr>
      </a:lvl7pPr>
      <a:lvl8pPr marL="1371600" algn="ctr" rtl="0" eaLnBrk="1" fontAlgn="base" hangingPunct="1">
        <a:spcBef>
          <a:spcPct val="0"/>
        </a:spcBef>
        <a:spcAft>
          <a:spcPct val="0"/>
        </a:spcAft>
        <a:defRPr sz="4400">
          <a:solidFill>
            <a:schemeClr val="tx1"/>
          </a:solidFill>
          <a:latin typeface="Arial Black" pitchFamily="34" charset="0"/>
        </a:defRPr>
      </a:lvl8pPr>
      <a:lvl9pPr marL="1828800" algn="ctr" rtl="0" eaLnBrk="1" fontAlgn="base" hangingPunct="1">
        <a:spcBef>
          <a:spcPct val="0"/>
        </a:spcBef>
        <a:spcAft>
          <a:spcPct val="0"/>
        </a:spcAft>
        <a:defRPr sz="4400">
          <a:solidFill>
            <a:schemeClr val="tx1"/>
          </a:solidFill>
          <a:latin typeface="Arial Black" pitchFamily="34" charset="0"/>
        </a:defRPr>
      </a:lvl9pPr>
    </p:titleStyle>
    <p:bodyStyle>
      <a:lvl1pPr marL="342900" indent="-342900" algn="l" rtl="0" eaLnBrk="0" fontAlgn="base" hangingPunct="0">
        <a:spcBef>
          <a:spcPct val="20000"/>
        </a:spcBef>
        <a:spcAft>
          <a:spcPct val="0"/>
        </a:spcAft>
        <a:buFont typeface="Arial" charset="0"/>
        <a:defRPr sz="3200" kern="1200">
          <a:solidFill>
            <a:schemeClr val="tx1"/>
          </a:solidFill>
          <a:latin typeface="+mn-lt"/>
          <a:ea typeface="ＭＳ Ｐゴシック" charset="-128"/>
          <a:cs typeface="ＭＳ Ｐゴシック" charset="-128"/>
        </a:defRPr>
      </a:lvl1pPr>
      <a:lvl2pPr marL="742950" indent="-285750" algn="l" rtl="0" eaLnBrk="0" fontAlgn="base" hangingPunct="0">
        <a:spcBef>
          <a:spcPct val="20000"/>
        </a:spcBef>
        <a:spcAft>
          <a:spcPct val="0"/>
        </a:spcAft>
        <a:buFont typeface="Arial" charset="0"/>
        <a:buChar char="•"/>
        <a:defRPr sz="2800" kern="1200">
          <a:solidFill>
            <a:schemeClr val="tx1"/>
          </a:solidFill>
          <a:latin typeface="+mn-lt"/>
          <a:ea typeface="ＭＳ Ｐゴシック" charset="-128"/>
          <a:cs typeface="+mn-cs"/>
        </a:defRPr>
      </a:lvl2pPr>
      <a:lvl3pPr marL="1143000" indent="-228600" algn="l" rtl="0" eaLnBrk="0" fontAlgn="base" hangingPunct="0">
        <a:spcBef>
          <a:spcPct val="20000"/>
        </a:spcBef>
        <a:spcAft>
          <a:spcPct val="0"/>
        </a:spcAft>
        <a:buFont typeface="Arial" charset="0"/>
        <a:buChar char="−"/>
        <a:defRPr sz="2400" kern="1200">
          <a:solidFill>
            <a:schemeClr val="tx1"/>
          </a:solidFill>
          <a:latin typeface="+mn-lt"/>
          <a:ea typeface="ＭＳ Ｐゴシック" charset="-128"/>
          <a:cs typeface="+mn-cs"/>
        </a:defRPr>
      </a:lvl3pPr>
      <a:lvl4pPr marL="1600200" indent="-228600" algn="l" rtl="0" eaLnBrk="0" fontAlgn="base" hangingPunct="0">
        <a:spcBef>
          <a:spcPct val="20000"/>
        </a:spcBef>
        <a:spcAft>
          <a:spcPct val="0"/>
        </a:spcAft>
        <a:buFont typeface="Arial" charset="0"/>
        <a:buChar char="•"/>
        <a:defRPr sz="2000" kern="1200">
          <a:solidFill>
            <a:schemeClr val="tx1"/>
          </a:solidFill>
          <a:latin typeface="+mn-lt"/>
          <a:ea typeface="ＭＳ Ｐゴシック" charset="-128"/>
          <a:cs typeface="+mn-cs"/>
        </a:defRPr>
      </a:lvl4pPr>
      <a:lvl5pPr marL="2057400" indent="-228600" algn="l" rtl="0" eaLnBrk="0" fontAlgn="base" hangingPunct="0">
        <a:spcBef>
          <a:spcPct val="20000"/>
        </a:spcBef>
        <a:spcAft>
          <a:spcPct val="0"/>
        </a:spcAft>
        <a:buFont typeface="Arial" charset="0"/>
        <a:buChar char="»"/>
        <a:defRPr sz="2000" kern="1200">
          <a:solidFill>
            <a:schemeClr val="tx1"/>
          </a:solidFill>
          <a:latin typeface="+mn-lt"/>
          <a:ea typeface="ＭＳ Ｐゴシック" charset="-128"/>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3.xml"/><Relationship Id="rId1" Type="http://schemas.openxmlformats.org/officeDocument/2006/relationships/slideLayout" Target="../slideLayouts/slideLayout6.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6.xml"/><Relationship Id="rId1" Type="http://schemas.openxmlformats.org/officeDocument/2006/relationships/slideLayout" Target="../slideLayouts/slideLayout6.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hyperlink" Target="https://digital.wwnorton.com/bornfire5" TargetMode="Externa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3316" name="Picture 5" descr="Cover: Born in Blood and Fire, A concise history of Latin America, by John Charles Chasteen. The cover image shows a crowded place with people doing various activities and a few guards with weapons."/>
          <p:cNvPicPr>
            <a:picLocks noChangeAspect="1"/>
          </p:cNvPicPr>
          <p:nvPr/>
        </p:nvPicPr>
        <p:blipFill>
          <a:blip r:embed="rId3">
            <a:extLst>
              <a:ext uri="{28A0092B-C50C-407E-A947-70E740481C1C}">
                <a14:useLocalDpi xmlns:a14="http://schemas.microsoft.com/office/drawing/2010/main" val="0"/>
              </a:ext>
            </a:extLst>
          </a:blip>
          <a:srcRect/>
          <a:stretch/>
        </p:blipFill>
        <p:spPr bwMode="auto">
          <a:xfrm>
            <a:off x="4559300" y="0"/>
            <a:ext cx="4584700" cy="685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 name="Title 1">
            <a:extLst>
              <a:ext uri="{FF2B5EF4-FFF2-40B4-BE49-F238E27FC236}">
                <a16:creationId xmlns:a16="http://schemas.microsoft.com/office/drawing/2014/main" id="{2431D351-4D8B-97D3-0470-250B14CD402B}"/>
              </a:ext>
            </a:extLst>
          </p:cNvPr>
          <p:cNvSpPr>
            <a:spLocks noGrp="1"/>
          </p:cNvSpPr>
          <p:nvPr>
            <p:ph type="ctrTitle"/>
          </p:nvPr>
        </p:nvSpPr>
        <p:spPr>
          <a:xfrm>
            <a:off x="381000" y="714375"/>
            <a:ext cx="3981450" cy="1571625"/>
          </a:xfrm>
        </p:spPr>
        <p:txBody>
          <a:bodyPr/>
          <a:lstStyle/>
          <a:p>
            <a:pPr eaLnBrk="1" hangingPunct="1"/>
            <a:r>
              <a:rPr lang="en-US" altLang="en-US" sz="2800" b="1" dirty="0">
                <a:latin typeface="Times New Roman" charset="0"/>
                <a:ea typeface="Times New Roman" charset="0"/>
                <a:cs typeface="Times New Roman" charset="0"/>
              </a:rPr>
              <a:t>Born in Blood &amp; Fire</a:t>
            </a:r>
            <a:br>
              <a:rPr lang="en-US" altLang="en-US" sz="2800" b="1" dirty="0">
                <a:latin typeface="Times New Roman" charset="0"/>
                <a:ea typeface="Times New Roman" charset="0"/>
                <a:cs typeface="Times New Roman" charset="0"/>
              </a:rPr>
            </a:br>
            <a:r>
              <a:rPr lang="en-US" altLang="en-US" sz="2000" dirty="0">
                <a:latin typeface="Times New Roman" charset="0"/>
                <a:ea typeface="Times New Roman" charset="0"/>
                <a:cs typeface="Times New Roman" charset="0"/>
              </a:rPr>
              <a:t>A Concise History of Latin America</a:t>
            </a:r>
            <a:br>
              <a:rPr lang="en-US" altLang="en-US" sz="2000" dirty="0">
                <a:latin typeface="Times New Roman" charset="0"/>
                <a:ea typeface="Times New Roman" charset="0"/>
                <a:cs typeface="Times New Roman" charset="0"/>
              </a:rPr>
            </a:br>
            <a:r>
              <a:rPr lang="en-US" altLang="en-US" sz="2000" dirty="0">
                <a:latin typeface="Times New Roman" charset="0"/>
                <a:ea typeface="Times New Roman" charset="0"/>
                <a:cs typeface="Times New Roman" charset="0"/>
              </a:rPr>
              <a:t>5</a:t>
            </a:r>
            <a:r>
              <a:rPr lang="en-US" altLang="en-US" sz="2000" baseline="30000" dirty="0">
                <a:latin typeface="Times New Roman" charset="0"/>
                <a:ea typeface="Times New Roman" charset="0"/>
                <a:cs typeface="Times New Roman" charset="0"/>
              </a:rPr>
              <a:t>th</a:t>
            </a:r>
            <a:r>
              <a:rPr lang="en-US" altLang="en-US" sz="2000" dirty="0">
                <a:latin typeface="Times New Roman" charset="0"/>
                <a:ea typeface="Times New Roman" charset="0"/>
                <a:cs typeface="Times New Roman" charset="0"/>
              </a:rPr>
              <a:t> Edition</a:t>
            </a:r>
            <a:endParaRPr lang="en-US" altLang="en-US" sz="2800" dirty="0">
              <a:latin typeface="Times New Roman" charset="0"/>
              <a:ea typeface="Times New Roman" charset="0"/>
              <a:cs typeface="Times New Roman" charset="0"/>
            </a:endParaRPr>
          </a:p>
        </p:txBody>
      </p:sp>
      <p:sp>
        <p:nvSpPr>
          <p:cNvPr id="5" name="Text Placeholder 9">
            <a:extLst>
              <a:ext uri="{FF2B5EF4-FFF2-40B4-BE49-F238E27FC236}">
                <a16:creationId xmlns:a16="http://schemas.microsoft.com/office/drawing/2014/main" id="{24E880E0-A6AE-2542-BD8F-D7BB61D4E455}"/>
              </a:ext>
            </a:extLst>
          </p:cNvPr>
          <p:cNvSpPr txBox="1">
            <a:spLocks/>
          </p:cNvSpPr>
          <p:nvPr/>
        </p:nvSpPr>
        <p:spPr bwMode="auto">
          <a:xfrm>
            <a:off x="745529" y="2286000"/>
            <a:ext cx="3252391" cy="385762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FAA26D3D-D897-4be2-8F04-BA451C77F1D7}">
              <ma14:placeholderFlag xmlns="" xmlns:ma14="http://schemas.microsoft.com/office/mac/drawingml/2011/main" val="1"/>
            </a:ext>
          </a:extLst>
        </p:spPr>
        <p:txBody>
          <a:bodyPr vert="horz" wrap="square" lIns="91440" tIns="45720" rIns="91440" bIns="45720" numCol="1" anchor="t" anchorCtr="0" compatLnSpc="1">
            <a:prstTxWarp prst="textNoShape">
              <a:avLst/>
            </a:prstTxWarp>
          </a:bodyPr>
          <a:lstStyle>
            <a:lvl1pPr marL="342900" indent="-342900" algn="l" rtl="0" eaLnBrk="0" fontAlgn="base" hangingPunct="0">
              <a:spcBef>
                <a:spcPct val="20000"/>
              </a:spcBef>
              <a:spcAft>
                <a:spcPct val="0"/>
              </a:spcAft>
              <a:buFont typeface="Arial" charset="0"/>
              <a:defRPr sz="3200" kern="1200">
                <a:solidFill>
                  <a:schemeClr val="tx1"/>
                </a:solidFill>
                <a:latin typeface="+mn-lt"/>
                <a:ea typeface="ＭＳ Ｐゴシック" charset="-128"/>
                <a:cs typeface="ＭＳ Ｐゴシック" charset="-128"/>
              </a:defRPr>
            </a:lvl1pPr>
            <a:lvl2pPr marL="742950" indent="-285750" algn="l" rtl="0" eaLnBrk="0" fontAlgn="base" hangingPunct="0">
              <a:spcBef>
                <a:spcPct val="20000"/>
              </a:spcBef>
              <a:spcAft>
                <a:spcPct val="0"/>
              </a:spcAft>
              <a:buFont typeface="Arial" charset="0"/>
              <a:buChar char="•"/>
              <a:defRPr sz="2800" kern="1200">
                <a:solidFill>
                  <a:schemeClr val="tx1"/>
                </a:solidFill>
                <a:latin typeface="+mn-lt"/>
                <a:ea typeface="ＭＳ Ｐゴシック" charset="-128"/>
                <a:cs typeface="+mn-cs"/>
              </a:defRPr>
            </a:lvl2pPr>
            <a:lvl3pPr marL="1143000" indent="-228600" algn="l" rtl="0" eaLnBrk="0" fontAlgn="base" hangingPunct="0">
              <a:spcBef>
                <a:spcPct val="20000"/>
              </a:spcBef>
              <a:spcAft>
                <a:spcPct val="0"/>
              </a:spcAft>
              <a:buFont typeface="Arial" charset="0"/>
              <a:buChar char="−"/>
              <a:defRPr sz="2400" kern="1200">
                <a:solidFill>
                  <a:schemeClr val="tx1"/>
                </a:solidFill>
                <a:latin typeface="+mn-lt"/>
                <a:ea typeface="ＭＳ Ｐゴシック" charset="-128"/>
                <a:cs typeface="+mn-cs"/>
              </a:defRPr>
            </a:lvl3pPr>
            <a:lvl4pPr marL="1600200" indent="-228600" algn="l" rtl="0" eaLnBrk="0" fontAlgn="base" hangingPunct="0">
              <a:spcBef>
                <a:spcPct val="20000"/>
              </a:spcBef>
              <a:spcAft>
                <a:spcPct val="0"/>
              </a:spcAft>
              <a:buFont typeface="Arial" charset="0"/>
              <a:buChar char="•"/>
              <a:defRPr sz="2000" kern="1200">
                <a:solidFill>
                  <a:schemeClr val="tx1"/>
                </a:solidFill>
                <a:latin typeface="+mn-lt"/>
                <a:ea typeface="ＭＳ Ｐゴシック" charset="-128"/>
                <a:cs typeface="+mn-cs"/>
              </a:defRPr>
            </a:lvl4pPr>
            <a:lvl5pPr marL="2057400" indent="-228600" algn="l" rtl="0" eaLnBrk="0" fontAlgn="base" hangingPunct="0">
              <a:spcBef>
                <a:spcPct val="20000"/>
              </a:spcBef>
              <a:spcAft>
                <a:spcPct val="0"/>
              </a:spcAft>
              <a:buFont typeface="Arial" charset="0"/>
              <a:buChar char="»"/>
              <a:defRPr sz="2000" kern="1200">
                <a:solidFill>
                  <a:schemeClr val="tx1"/>
                </a:solidFill>
                <a:latin typeface="+mn-lt"/>
                <a:ea typeface="ＭＳ Ｐゴシック" charset="-128"/>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lgn="ctr" eaLnBrk="1" hangingPunct="1"/>
            <a:r>
              <a:rPr lang="en-US" altLang="en-US" sz="1800" dirty="0">
                <a:latin typeface="Times New Roman" charset="0"/>
                <a:ea typeface="Times New Roman" charset="0"/>
                <a:cs typeface="Times New Roman" charset="0"/>
              </a:rPr>
              <a:t>By</a:t>
            </a:r>
          </a:p>
          <a:p>
            <a:pPr marL="0" indent="0" algn="ctr" eaLnBrk="1" hangingPunct="1"/>
            <a:r>
              <a:rPr lang="en-US" altLang="en-US" sz="1800" dirty="0">
                <a:latin typeface="Times New Roman" charset="0"/>
                <a:ea typeface="Times New Roman" charset="0"/>
                <a:cs typeface="Times New Roman" charset="0"/>
              </a:rPr>
              <a:t>John Charles Chasteen</a:t>
            </a:r>
          </a:p>
          <a:p>
            <a:pPr marL="0" indent="0" algn="ctr" eaLnBrk="1" hangingPunct="1"/>
            <a:endParaRPr lang="en-US" altLang="en-US" dirty="0">
              <a:latin typeface="Times New Roman" charset="0"/>
              <a:ea typeface="Times New Roman" charset="0"/>
              <a:cs typeface="Times New Roman" charset="0"/>
            </a:endParaRPr>
          </a:p>
          <a:p>
            <a:pPr marL="0" indent="0" algn="ctr" eaLnBrk="1" hangingPunct="1"/>
            <a:r>
              <a:rPr lang="en-US" altLang="en-US" dirty="0">
                <a:latin typeface="Times New Roman" charset="0"/>
                <a:ea typeface="Times New Roman" charset="0"/>
                <a:cs typeface="Times New Roman" charset="0"/>
              </a:rPr>
              <a:t>Chapter 5:</a:t>
            </a:r>
          </a:p>
          <a:p>
            <a:pPr marL="0" indent="0" algn="ctr" eaLnBrk="1" hangingPunct="1"/>
            <a:r>
              <a:rPr lang="en-US" altLang="en-US" dirty="0">
                <a:latin typeface="Times New Roman" charset="0"/>
                <a:ea typeface="Times New Roman" charset="0"/>
                <a:cs typeface="Times New Roman" charset="0"/>
              </a:rPr>
              <a:t>Postcolonial Blues</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1" name="Title 6"/>
          <p:cNvSpPr>
            <a:spLocks noGrp="1"/>
          </p:cNvSpPr>
          <p:nvPr>
            <p:ph type="title"/>
          </p:nvPr>
        </p:nvSpPr>
        <p:spPr/>
        <p:txBody>
          <a:bodyPr/>
          <a:lstStyle/>
          <a:p>
            <a:pPr eaLnBrk="1" hangingPunct="1"/>
            <a:r>
              <a:rPr lang="en-US" altLang="en-US" dirty="0">
                <a:solidFill>
                  <a:schemeClr val="tx1"/>
                </a:solidFill>
                <a:latin typeface="Times New Roman" charset="0"/>
                <a:ea typeface="Times New Roman" charset="0"/>
                <a:cs typeface="Times New Roman" charset="0"/>
              </a:rPr>
              <a:t>Postcolonial Blues</a:t>
            </a:r>
          </a:p>
        </p:txBody>
      </p:sp>
      <p:sp>
        <p:nvSpPr>
          <p:cNvPr id="15362" name="Content Placeholder 7"/>
          <p:cNvSpPr>
            <a:spLocks noGrp="1"/>
          </p:cNvSpPr>
          <p:nvPr>
            <p:ph idx="1"/>
          </p:nvPr>
        </p:nvSpPr>
        <p:spPr/>
        <p:txBody>
          <a:bodyPr/>
          <a:lstStyle/>
          <a:p>
            <a:pPr eaLnBrk="1" hangingPunct="1">
              <a:buFont typeface="Wingdings" charset="2"/>
              <a:buNone/>
            </a:pPr>
            <a:r>
              <a:rPr lang="en-US" altLang="en-US" sz="2800" dirty="0">
                <a:latin typeface="Times New Roman" charset="0"/>
                <a:ea typeface="Times New Roman" charset="0"/>
                <a:cs typeface="Times New Roman" charset="0"/>
              </a:rPr>
              <a:t>First governments of Latin America</a:t>
            </a:r>
          </a:p>
          <a:p>
            <a:pPr lvl="1" eaLnBrk="1" hangingPunct="1"/>
            <a:r>
              <a:rPr lang="en-US" altLang="en-US" dirty="0">
                <a:solidFill>
                  <a:schemeClr val="tx1"/>
                </a:solidFill>
                <a:latin typeface="Times New Roman" charset="0"/>
                <a:ea typeface="Times New Roman" charset="0"/>
                <a:cs typeface="Times New Roman" charset="0"/>
              </a:rPr>
              <a:t>Few resources and many obstacles </a:t>
            </a:r>
          </a:p>
          <a:p>
            <a:pPr lvl="1" eaLnBrk="1" hangingPunct="1"/>
            <a:r>
              <a:rPr lang="en-US" altLang="en-US" dirty="0">
                <a:solidFill>
                  <a:schemeClr val="tx1"/>
                </a:solidFill>
                <a:latin typeface="Times New Roman" charset="0"/>
                <a:ea typeface="Times New Roman" charset="0"/>
                <a:cs typeface="Times New Roman" charset="0"/>
              </a:rPr>
              <a:t>Postcolonial hierarchies</a:t>
            </a:r>
          </a:p>
          <a:p>
            <a:pPr lvl="1" eaLnBrk="1" hangingPunct="1"/>
            <a:r>
              <a:rPr lang="en-US" altLang="en-US" dirty="0">
                <a:solidFill>
                  <a:schemeClr val="tx1"/>
                </a:solidFill>
                <a:latin typeface="Times New Roman" charset="0"/>
                <a:ea typeface="Times New Roman" charset="0"/>
                <a:cs typeface="Times New Roman" charset="0"/>
              </a:rPr>
              <a:t>Economic stagnation imperiled idealistic hopes of American patriots.</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A map titled, New Nations of Latin America from 1811 to 1839. The details from the map are as follows: British North America, or the United States, includes New York, Jamaica, Haiti, and part of Northeastern Latin America. Cuba and Puerto Rico are still Spanish. Mexico includes San Francisco, San Antonio, the Rio Grande, Mexico City, and Veracruz. The United Provinces of Central America include Guatemala City. Greater Colombia includes Panama City, Caracas, and Bogotá. Peru includes Lima. The Empire of Brazil includes the Amazon River, Recife, Salvador, Rio de Janeiro, and São Paulo. Bolivia includes Sucre. Paraguay is a small area between the Empire of Brazil and Argentina. Chile includes Santiago. Uruguay includes Montevideo. Argentina includes Buenos Aires. The area south of Argentina is disputed between Chile and Argentina."/>
          <p:cNvPicPr>
            <a:picLocks noChangeAspect="1"/>
          </p:cNvPicPr>
          <p:nvPr/>
        </p:nvPicPr>
        <p:blipFill>
          <a:blip r:embed="rId3"/>
          <a:stretch>
            <a:fillRect/>
          </a:stretch>
        </p:blipFill>
        <p:spPr>
          <a:xfrm>
            <a:off x="5576" y="-1"/>
            <a:ext cx="4718824" cy="6868739"/>
          </a:xfrm>
          <a:prstGeom prst="rect">
            <a:avLst/>
          </a:prstGeom>
        </p:spPr>
      </p:pic>
      <p:sp>
        <p:nvSpPr>
          <p:cNvPr id="4" name="TextBox 3"/>
          <p:cNvSpPr txBox="1"/>
          <p:nvPr/>
        </p:nvSpPr>
        <p:spPr>
          <a:xfrm>
            <a:off x="6202169" y="6427113"/>
            <a:ext cx="2941831" cy="430887"/>
          </a:xfrm>
          <a:prstGeom prst="rect">
            <a:avLst/>
          </a:prstGeom>
          <a:noFill/>
        </p:spPr>
        <p:txBody>
          <a:bodyPr wrap="none" rtlCol="0">
            <a:spAutoFit/>
          </a:bodyPr>
          <a:lstStyle/>
          <a:p>
            <a:r>
              <a:rPr lang="en-US" sz="1100" i="1" dirty="0"/>
              <a:t>Born in Blood and Fire, </a:t>
            </a:r>
            <a:r>
              <a:rPr lang="en-US" sz="1100" dirty="0"/>
              <a:t>Fifth Edition</a:t>
            </a:r>
          </a:p>
          <a:p>
            <a:r>
              <a:rPr lang="en-US" sz="1100" dirty="0"/>
              <a:t>Copyright © 2024 W. W. Norton &amp; Company</a:t>
            </a:r>
          </a:p>
        </p:txBody>
      </p:sp>
      <p:sp>
        <p:nvSpPr>
          <p:cNvPr id="5" name="Title 4">
            <a:extLst>
              <a:ext uri="{FF2B5EF4-FFF2-40B4-BE49-F238E27FC236}">
                <a16:creationId xmlns:a16="http://schemas.microsoft.com/office/drawing/2014/main" id="{9862EA6F-6414-8B6A-9A78-4C66949DA258}"/>
              </a:ext>
            </a:extLst>
          </p:cNvPr>
          <p:cNvSpPr txBox="1">
            <a:spLocks/>
          </p:cNvSpPr>
          <p:nvPr/>
        </p:nvSpPr>
        <p:spPr bwMode="auto">
          <a:xfrm>
            <a:off x="4953000" y="0"/>
            <a:ext cx="3962400" cy="2057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FAA26D3D-D897-4be2-8F04-BA451C77F1D7}">
              <ma14:placeholderFlag xmlns="" xmlns:ma14="http://schemas.microsoft.com/office/mac/drawingml/2011/main" val="1"/>
            </a:ext>
          </a:extLst>
        </p:spPr>
        <p:txBody>
          <a:bodyPr vert="horz" wrap="square" lIns="91440" tIns="45720" rIns="91440" bIns="45720" numCol="1" anchor="ctr" anchorCtr="0" compatLnSpc="1">
            <a:prstTxWarp prst="textNoShape">
              <a:avLst/>
            </a:prstTxWarp>
          </a:bodyPr>
          <a:lstStyle>
            <a:lvl1pPr algn="ctr" rtl="0" eaLnBrk="0" fontAlgn="base" hangingPunct="0">
              <a:spcBef>
                <a:spcPct val="0"/>
              </a:spcBef>
              <a:spcAft>
                <a:spcPct val="0"/>
              </a:spcAft>
              <a:defRPr sz="4400" kern="1200">
                <a:solidFill>
                  <a:schemeClr val="tx1"/>
                </a:solidFill>
                <a:latin typeface="+mj-lt"/>
                <a:ea typeface="ＭＳ Ｐゴシック" charset="-128"/>
                <a:cs typeface="ＭＳ Ｐゴシック" charset="-128"/>
              </a:defRPr>
            </a:lvl1pPr>
            <a:lvl2pPr algn="ctr" rtl="0" eaLnBrk="0" fontAlgn="base" hangingPunct="0">
              <a:spcBef>
                <a:spcPct val="0"/>
              </a:spcBef>
              <a:spcAft>
                <a:spcPct val="0"/>
              </a:spcAft>
              <a:defRPr sz="4400">
                <a:solidFill>
                  <a:schemeClr val="tx1"/>
                </a:solidFill>
                <a:latin typeface="Arial Black" pitchFamily="34" charset="0"/>
                <a:ea typeface="ＭＳ Ｐゴシック" charset="-128"/>
                <a:cs typeface="ＭＳ Ｐゴシック" charset="-128"/>
              </a:defRPr>
            </a:lvl2pPr>
            <a:lvl3pPr algn="ctr" rtl="0" eaLnBrk="0" fontAlgn="base" hangingPunct="0">
              <a:spcBef>
                <a:spcPct val="0"/>
              </a:spcBef>
              <a:spcAft>
                <a:spcPct val="0"/>
              </a:spcAft>
              <a:defRPr sz="4400">
                <a:solidFill>
                  <a:schemeClr val="tx1"/>
                </a:solidFill>
                <a:latin typeface="Arial Black" pitchFamily="34" charset="0"/>
                <a:ea typeface="ＭＳ Ｐゴシック" charset="-128"/>
                <a:cs typeface="ＭＳ Ｐゴシック" charset="-128"/>
              </a:defRPr>
            </a:lvl3pPr>
            <a:lvl4pPr algn="ctr" rtl="0" eaLnBrk="0" fontAlgn="base" hangingPunct="0">
              <a:spcBef>
                <a:spcPct val="0"/>
              </a:spcBef>
              <a:spcAft>
                <a:spcPct val="0"/>
              </a:spcAft>
              <a:defRPr sz="4400">
                <a:solidFill>
                  <a:schemeClr val="tx1"/>
                </a:solidFill>
                <a:latin typeface="Arial Black" pitchFamily="34" charset="0"/>
                <a:ea typeface="ＭＳ Ｐゴシック" charset="-128"/>
                <a:cs typeface="ＭＳ Ｐゴシック" charset="-128"/>
              </a:defRPr>
            </a:lvl4pPr>
            <a:lvl5pPr algn="ctr" rtl="0" eaLnBrk="0" fontAlgn="base" hangingPunct="0">
              <a:spcBef>
                <a:spcPct val="0"/>
              </a:spcBef>
              <a:spcAft>
                <a:spcPct val="0"/>
              </a:spcAft>
              <a:defRPr sz="4400">
                <a:solidFill>
                  <a:schemeClr val="tx1"/>
                </a:solidFill>
                <a:latin typeface="Arial Black" pitchFamily="34" charset="0"/>
                <a:ea typeface="ＭＳ Ｐゴシック" charset="-128"/>
                <a:cs typeface="ＭＳ Ｐゴシック" charset="-128"/>
              </a:defRPr>
            </a:lvl5pPr>
            <a:lvl6pPr marL="457200" algn="ctr" rtl="0" eaLnBrk="1" fontAlgn="base" hangingPunct="1">
              <a:spcBef>
                <a:spcPct val="0"/>
              </a:spcBef>
              <a:spcAft>
                <a:spcPct val="0"/>
              </a:spcAft>
              <a:defRPr sz="4400">
                <a:solidFill>
                  <a:schemeClr val="tx1"/>
                </a:solidFill>
                <a:latin typeface="Arial Black" pitchFamily="34" charset="0"/>
              </a:defRPr>
            </a:lvl6pPr>
            <a:lvl7pPr marL="914400" algn="ctr" rtl="0" eaLnBrk="1" fontAlgn="base" hangingPunct="1">
              <a:spcBef>
                <a:spcPct val="0"/>
              </a:spcBef>
              <a:spcAft>
                <a:spcPct val="0"/>
              </a:spcAft>
              <a:defRPr sz="4400">
                <a:solidFill>
                  <a:schemeClr val="tx1"/>
                </a:solidFill>
                <a:latin typeface="Arial Black" pitchFamily="34" charset="0"/>
              </a:defRPr>
            </a:lvl7pPr>
            <a:lvl8pPr marL="1371600" algn="ctr" rtl="0" eaLnBrk="1" fontAlgn="base" hangingPunct="1">
              <a:spcBef>
                <a:spcPct val="0"/>
              </a:spcBef>
              <a:spcAft>
                <a:spcPct val="0"/>
              </a:spcAft>
              <a:defRPr sz="4400">
                <a:solidFill>
                  <a:schemeClr val="tx1"/>
                </a:solidFill>
                <a:latin typeface="Arial Black" pitchFamily="34" charset="0"/>
              </a:defRPr>
            </a:lvl8pPr>
            <a:lvl9pPr marL="1828800" algn="ctr" rtl="0" eaLnBrk="1" fontAlgn="base" hangingPunct="1">
              <a:spcBef>
                <a:spcPct val="0"/>
              </a:spcBef>
              <a:spcAft>
                <a:spcPct val="0"/>
              </a:spcAft>
              <a:defRPr sz="4400">
                <a:solidFill>
                  <a:schemeClr val="tx1"/>
                </a:solidFill>
                <a:latin typeface="Arial Black" pitchFamily="34" charset="0"/>
              </a:defRPr>
            </a:lvl9pPr>
          </a:lstStyle>
          <a:p>
            <a:r>
              <a:rPr lang="en-US" sz="3600" dirty="0">
                <a:latin typeface="Times New Roman" panose="02020603050405020304" pitchFamily="18" charset="0"/>
                <a:cs typeface="Times New Roman" panose="02020603050405020304" pitchFamily="18" charset="0"/>
              </a:rPr>
              <a:t>New Nations of Latin America, 1811–39</a:t>
            </a:r>
          </a:p>
        </p:txBody>
      </p:sp>
    </p:spTree>
    <p:extLst>
      <p:ext uri="{BB962C8B-B14F-4D97-AF65-F5344CB8AC3E}">
        <p14:creationId xmlns:p14="http://schemas.microsoft.com/office/powerpoint/2010/main" val="44425497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09" name="Title 1"/>
          <p:cNvSpPr>
            <a:spLocks noGrp="1"/>
          </p:cNvSpPr>
          <p:nvPr>
            <p:ph type="title"/>
          </p:nvPr>
        </p:nvSpPr>
        <p:spPr/>
        <p:txBody>
          <a:bodyPr/>
          <a:lstStyle/>
          <a:p>
            <a:pPr eaLnBrk="1" hangingPunct="1"/>
            <a:r>
              <a:rPr lang="en-US" altLang="en-US" dirty="0">
                <a:solidFill>
                  <a:schemeClr val="tx1"/>
                </a:solidFill>
                <a:latin typeface="Times New Roman" charset="0"/>
                <a:ea typeface="Times New Roman" charset="0"/>
                <a:cs typeface="Times New Roman" charset="0"/>
              </a:rPr>
              <a:t>Liberal Disappointment</a:t>
            </a:r>
          </a:p>
        </p:txBody>
      </p:sp>
      <p:sp>
        <p:nvSpPr>
          <p:cNvPr id="17410" name="Content Placeholder 2"/>
          <p:cNvSpPr>
            <a:spLocks noGrp="1"/>
          </p:cNvSpPr>
          <p:nvPr>
            <p:ph idx="1"/>
          </p:nvPr>
        </p:nvSpPr>
        <p:spPr/>
        <p:txBody>
          <a:bodyPr/>
          <a:lstStyle/>
          <a:p>
            <a:pPr marL="685800" lvl="1" indent="-342900" eaLnBrk="1" hangingPunct="1"/>
            <a:r>
              <a:rPr lang="en-US" altLang="en-US" dirty="0">
                <a:solidFill>
                  <a:schemeClr val="tx1"/>
                </a:solidFill>
                <a:latin typeface="Times New Roman" charset="0"/>
                <a:ea typeface="Times New Roman" charset="0"/>
                <a:cs typeface="Times New Roman" charset="0"/>
              </a:rPr>
              <a:t>Promise of legal equality for all races </a:t>
            </a:r>
          </a:p>
          <a:p>
            <a:pPr lvl="2" eaLnBrk="1" hangingPunct="1"/>
            <a:r>
              <a:rPr lang="en-US" altLang="en-US" dirty="0">
                <a:latin typeface="Times New Roman" charset="0"/>
                <a:ea typeface="Times New Roman" charset="0"/>
                <a:cs typeface="Times New Roman" charset="0"/>
              </a:rPr>
              <a:t>Caste classifications were removed from census forms and parish records.</a:t>
            </a:r>
          </a:p>
          <a:p>
            <a:pPr lvl="2" eaLnBrk="1" hangingPunct="1"/>
            <a:r>
              <a:rPr lang="en-US" altLang="en-US" dirty="0">
                <a:latin typeface="Times New Roman" charset="0"/>
                <a:ea typeface="Times New Roman" charset="0"/>
                <a:cs typeface="Times New Roman" charset="0"/>
              </a:rPr>
              <a:t>White leaders still looked at mixed-race populations as a problem.</a:t>
            </a:r>
          </a:p>
          <a:p>
            <a:pPr marL="685800" lvl="1" indent="-342900" eaLnBrk="1" hangingPunct="1"/>
            <a:r>
              <a:rPr lang="en-US" altLang="en-US" dirty="0">
                <a:solidFill>
                  <a:schemeClr val="tx1"/>
                </a:solidFill>
                <a:latin typeface="Times New Roman" charset="0"/>
                <a:ea typeface="Times New Roman" charset="0"/>
                <a:cs typeface="Times New Roman" charset="0"/>
              </a:rPr>
              <a:t>Strongly traditional societies</a:t>
            </a:r>
          </a:p>
          <a:p>
            <a:pPr lvl="2" eaLnBrk="1" hangingPunct="1"/>
            <a:r>
              <a:rPr lang="en-US" altLang="en-US" dirty="0">
                <a:latin typeface="Times New Roman" charset="0"/>
                <a:ea typeface="Times New Roman" charset="0"/>
                <a:cs typeface="Times New Roman" charset="0"/>
              </a:rPr>
              <a:t>Collective over individual </a:t>
            </a:r>
          </a:p>
          <a:p>
            <a:pPr lvl="2" eaLnBrk="1" hangingPunct="1"/>
            <a:r>
              <a:rPr lang="en-US" altLang="en-US" dirty="0">
                <a:latin typeface="Times New Roman" charset="0"/>
                <a:ea typeface="Times New Roman" charset="0"/>
                <a:cs typeface="Times New Roman" charset="0"/>
              </a:rPr>
              <a:t>Religious orthodoxy over freedom</a:t>
            </a:r>
          </a:p>
          <a:p>
            <a:pPr lvl="2" eaLnBrk="1" hangingPunct="1"/>
            <a:r>
              <a:rPr lang="en-US" altLang="en-US" dirty="0">
                <a:latin typeface="Times New Roman" charset="0"/>
                <a:ea typeface="Times New Roman" charset="0"/>
                <a:cs typeface="Times New Roman" charset="0"/>
              </a:rPr>
              <a:t>Hierarchy with exploitative labor system</a:t>
            </a:r>
          </a:p>
          <a:p>
            <a:pPr eaLnBrk="1" hangingPunct="1">
              <a:buFont typeface="Wingdings" charset="2"/>
              <a:buNone/>
            </a:pPr>
            <a:endParaRPr lang="en-US" altLang="en-US" dirty="0">
              <a:latin typeface="Times New Roman" charset="0"/>
              <a:ea typeface="Times New Roman" charset="0"/>
              <a:cs typeface="Times New Roman" charset="0"/>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7" name="Title 1"/>
          <p:cNvSpPr>
            <a:spLocks noGrp="1"/>
          </p:cNvSpPr>
          <p:nvPr>
            <p:ph type="title"/>
          </p:nvPr>
        </p:nvSpPr>
        <p:spPr/>
        <p:txBody>
          <a:bodyPr/>
          <a:lstStyle/>
          <a:p>
            <a:pPr eaLnBrk="1" hangingPunct="1"/>
            <a:r>
              <a:rPr lang="en-US" altLang="en-US" dirty="0">
                <a:solidFill>
                  <a:schemeClr val="tx1"/>
                </a:solidFill>
                <a:latin typeface="Times New Roman" charset="0"/>
                <a:ea typeface="Times New Roman" charset="0"/>
                <a:cs typeface="Times New Roman" charset="0"/>
              </a:rPr>
              <a:t>Defending Tradition</a:t>
            </a:r>
          </a:p>
        </p:txBody>
      </p:sp>
      <p:sp>
        <p:nvSpPr>
          <p:cNvPr id="19458" name="Content Placeholder 2"/>
          <p:cNvSpPr>
            <a:spLocks noGrp="1"/>
          </p:cNvSpPr>
          <p:nvPr>
            <p:ph idx="1"/>
          </p:nvPr>
        </p:nvSpPr>
        <p:spPr>
          <a:xfrm>
            <a:off x="457200" y="1600200"/>
            <a:ext cx="8229600" cy="4876800"/>
          </a:xfrm>
        </p:spPr>
        <p:txBody>
          <a:bodyPr/>
          <a:lstStyle/>
          <a:p>
            <a:pPr marL="800100" lvl="1" indent="-457200" eaLnBrk="1" hangingPunct="1"/>
            <a:r>
              <a:rPr lang="en-US" altLang="en-US" dirty="0">
                <a:solidFill>
                  <a:schemeClr val="tx1"/>
                </a:solidFill>
                <a:latin typeface="Times New Roman" charset="0"/>
                <a:ea typeface="Times New Roman" charset="0"/>
                <a:cs typeface="Times New Roman" charset="0"/>
              </a:rPr>
              <a:t>Conservative leaders emerged in defense of traditional values.</a:t>
            </a:r>
          </a:p>
          <a:p>
            <a:pPr marL="800100" lvl="1" indent="-457200" eaLnBrk="1" hangingPunct="1"/>
            <a:r>
              <a:rPr lang="en-US" altLang="en-US" dirty="0">
                <a:solidFill>
                  <a:schemeClr val="tx1"/>
                </a:solidFill>
                <a:latin typeface="Times New Roman" charset="0"/>
                <a:ea typeface="Times New Roman" charset="0"/>
                <a:cs typeface="Times New Roman" charset="0"/>
              </a:rPr>
              <a:t>Keep common people in </a:t>
            </a:r>
            <a:r>
              <a:rPr lang="ja-JP" altLang="en-US" dirty="0">
                <a:solidFill>
                  <a:schemeClr val="tx1"/>
                </a:solidFill>
                <a:latin typeface="Times New Roman" charset="0"/>
                <a:ea typeface="Times New Roman" charset="0"/>
                <a:cs typeface="Times New Roman" charset="0"/>
              </a:rPr>
              <a:t>“</a:t>
            </a:r>
            <a:r>
              <a:rPr lang="en-US" altLang="ja-JP" dirty="0">
                <a:solidFill>
                  <a:schemeClr val="tx1"/>
                </a:solidFill>
                <a:latin typeface="Times New Roman" charset="0"/>
                <a:ea typeface="Times New Roman" charset="0"/>
                <a:cs typeface="Times New Roman" charset="0"/>
              </a:rPr>
              <a:t>their place</a:t>
            </a:r>
            <a:r>
              <a:rPr lang="ja-JP" altLang="en-US" dirty="0">
                <a:solidFill>
                  <a:schemeClr val="tx1"/>
                </a:solidFill>
                <a:latin typeface="Times New Roman" charset="0"/>
                <a:ea typeface="Times New Roman" charset="0"/>
                <a:cs typeface="Times New Roman" charset="0"/>
              </a:rPr>
              <a:t>”</a:t>
            </a:r>
            <a:endParaRPr lang="en-US" altLang="ja-JP" dirty="0">
              <a:solidFill>
                <a:schemeClr val="tx1"/>
              </a:solidFill>
              <a:latin typeface="Times New Roman" charset="0"/>
              <a:ea typeface="Times New Roman" charset="0"/>
              <a:cs typeface="Times New Roman" charset="0"/>
            </a:endParaRPr>
          </a:p>
          <a:p>
            <a:pPr marL="800100" lvl="1" indent="-457200" eaLnBrk="1" hangingPunct="1"/>
            <a:r>
              <a:rPr lang="en-US" altLang="en-US" dirty="0">
                <a:solidFill>
                  <a:schemeClr val="tx1"/>
                </a:solidFill>
                <a:latin typeface="Times New Roman" charset="0"/>
                <a:ea typeface="Times New Roman" charset="0"/>
                <a:cs typeface="Times New Roman" charset="0"/>
              </a:rPr>
              <a:t>Rule by elites</a:t>
            </a:r>
          </a:p>
          <a:p>
            <a:pPr marL="800100" lvl="1" indent="-457200" eaLnBrk="1" hangingPunct="1"/>
            <a:r>
              <a:rPr lang="en-US" altLang="en-US" dirty="0">
                <a:solidFill>
                  <a:schemeClr val="tx1"/>
                </a:solidFill>
                <a:latin typeface="Times New Roman" charset="0"/>
                <a:ea typeface="Times New Roman" charset="0"/>
                <a:cs typeface="Times New Roman" charset="0"/>
              </a:rPr>
              <a:t>Conservative ideas appealed to many common people.</a:t>
            </a:r>
          </a:p>
          <a:p>
            <a:pPr marL="800100" lvl="1" indent="-457200" eaLnBrk="1" hangingPunct="1"/>
            <a:r>
              <a:rPr lang="en-US" altLang="en-US" dirty="0">
                <a:solidFill>
                  <a:schemeClr val="tx1"/>
                </a:solidFill>
                <a:latin typeface="Times New Roman" charset="0"/>
                <a:ea typeface="Times New Roman" charset="0"/>
                <a:cs typeface="Times New Roman" charset="0"/>
              </a:rPr>
              <a:t>The liberal-conservative divide shaped Latin America.</a:t>
            </a:r>
          </a:p>
          <a:p>
            <a:pPr lvl="2" eaLnBrk="1" hangingPunct="1"/>
            <a:r>
              <a:rPr lang="en-US" altLang="en-US" dirty="0">
                <a:latin typeface="Times New Roman" charset="0"/>
                <a:ea typeface="Times New Roman" charset="0"/>
                <a:cs typeface="Times New Roman" charset="0"/>
              </a:rPr>
              <a:t>Liberal Party/Conservative Party conflict</a:t>
            </a:r>
          </a:p>
          <a:p>
            <a:pPr lvl="2" eaLnBrk="1" hangingPunct="1"/>
            <a:r>
              <a:rPr lang="en-US" altLang="en-US" dirty="0">
                <a:latin typeface="Times New Roman" charset="0"/>
                <a:ea typeface="Times New Roman" charset="0"/>
                <a:cs typeface="Times New Roman" charset="0"/>
              </a:rPr>
              <a:t>Centerpiece of electoral debates in new republics</a:t>
            </a:r>
          </a:p>
          <a:p>
            <a:pPr marL="800100" indent="-457200" eaLnBrk="1" hangingPunct="1">
              <a:buFont typeface="Arial" charset="0"/>
              <a:buChar char="•"/>
            </a:pPr>
            <a:endParaRPr lang="en-US" altLang="en-US" dirty="0">
              <a:latin typeface="Times New Roman" charset="0"/>
              <a:ea typeface="Times New Roman" charset="0"/>
              <a:cs typeface="Times New Roman" charset="0"/>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An illustration of people gathered outdoors. They are all dressed in distinctive clothing to their national identities. The women wear dresses with large hoop skirts. The men wear colorful coats and pants with embellishments. A child wears loose striped pants and a shirt with a hat."/>
          <p:cNvPicPr>
            <a:picLocks noChangeAspect="1"/>
          </p:cNvPicPr>
          <p:nvPr/>
        </p:nvPicPr>
        <p:blipFill>
          <a:blip r:embed="rId3"/>
          <a:stretch>
            <a:fillRect/>
          </a:stretch>
        </p:blipFill>
        <p:spPr>
          <a:xfrm>
            <a:off x="838200" y="1041950"/>
            <a:ext cx="7772400" cy="5385163"/>
          </a:xfrm>
          <a:prstGeom prst="rect">
            <a:avLst/>
          </a:prstGeom>
        </p:spPr>
      </p:pic>
      <p:sp>
        <p:nvSpPr>
          <p:cNvPr id="3" name="TextBox 2"/>
          <p:cNvSpPr txBox="1"/>
          <p:nvPr/>
        </p:nvSpPr>
        <p:spPr>
          <a:xfrm>
            <a:off x="6202169" y="6427113"/>
            <a:ext cx="2941831" cy="430887"/>
          </a:xfrm>
          <a:prstGeom prst="rect">
            <a:avLst/>
          </a:prstGeom>
          <a:noFill/>
        </p:spPr>
        <p:txBody>
          <a:bodyPr wrap="none" rtlCol="0">
            <a:spAutoFit/>
          </a:bodyPr>
          <a:lstStyle/>
          <a:p>
            <a:r>
              <a:rPr lang="en-US" sz="1100" i="1" dirty="0"/>
              <a:t>Born in Blood and Fire, </a:t>
            </a:r>
            <a:r>
              <a:rPr lang="en-US" sz="1100" dirty="0"/>
              <a:t>Fifth Edition</a:t>
            </a:r>
          </a:p>
          <a:p>
            <a:r>
              <a:rPr lang="en-US" sz="1100" dirty="0"/>
              <a:t>Copyright © 2024 W. W. Norton &amp; Company</a:t>
            </a:r>
          </a:p>
        </p:txBody>
      </p:sp>
      <p:sp>
        <p:nvSpPr>
          <p:cNvPr id="7" name="Title 3">
            <a:extLst>
              <a:ext uri="{FF2B5EF4-FFF2-40B4-BE49-F238E27FC236}">
                <a16:creationId xmlns:a16="http://schemas.microsoft.com/office/drawing/2014/main" id="{A156AFA2-1FBF-A0A8-1C2D-FC70D1FF17D4}"/>
              </a:ext>
            </a:extLst>
          </p:cNvPr>
          <p:cNvSpPr>
            <a:spLocks noGrp="1"/>
          </p:cNvSpPr>
          <p:nvPr>
            <p:ph type="title"/>
          </p:nvPr>
        </p:nvSpPr>
        <p:spPr>
          <a:xfrm>
            <a:off x="457200" y="0"/>
            <a:ext cx="8229600" cy="1143000"/>
          </a:xfrm>
        </p:spPr>
        <p:txBody>
          <a:bodyPr/>
          <a:lstStyle/>
          <a:p>
            <a:r>
              <a:rPr lang="en-US" sz="4000" dirty="0" err="1">
                <a:latin typeface="Times New Roman" charset="0"/>
                <a:ea typeface="Times New Roman" charset="0"/>
                <a:cs typeface="Times New Roman" charset="0"/>
              </a:rPr>
              <a:t>Costumbrismo</a:t>
            </a:r>
            <a:endParaRPr lang="en-US" sz="4000" dirty="0">
              <a:latin typeface="Times New Roman" charset="0"/>
              <a:ea typeface="Times New Roman" charset="0"/>
              <a:cs typeface="Times New Roman" charset="0"/>
            </a:endParaRPr>
          </a:p>
        </p:txBody>
      </p:sp>
    </p:spTree>
    <p:extLst>
      <p:ext uri="{BB962C8B-B14F-4D97-AF65-F5344CB8AC3E}">
        <p14:creationId xmlns:p14="http://schemas.microsoft.com/office/powerpoint/2010/main" val="177142857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5" name="Title 1"/>
          <p:cNvSpPr>
            <a:spLocks noGrp="1"/>
          </p:cNvSpPr>
          <p:nvPr>
            <p:ph type="title"/>
          </p:nvPr>
        </p:nvSpPr>
        <p:spPr/>
        <p:txBody>
          <a:bodyPr/>
          <a:lstStyle/>
          <a:p>
            <a:pPr eaLnBrk="1" hangingPunct="1"/>
            <a:r>
              <a:rPr lang="en-US" altLang="en-US" dirty="0">
                <a:solidFill>
                  <a:schemeClr val="tx1"/>
                </a:solidFill>
                <a:latin typeface="Times New Roman" charset="0"/>
                <a:ea typeface="Times New Roman" charset="0"/>
                <a:cs typeface="Times New Roman" charset="0"/>
              </a:rPr>
              <a:t>Economic Devastation</a:t>
            </a:r>
          </a:p>
        </p:txBody>
      </p:sp>
      <p:sp>
        <p:nvSpPr>
          <p:cNvPr id="21506" name="Content Placeholder 2"/>
          <p:cNvSpPr>
            <a:spLocks noGrp="1"/>
          </p:cNvSpPr>
          <p:nvPr>
            <p:ph idx="1"/>
          </p:nvPr>
        </p:nvSpPr>
        <p:spPr/>
        <p:txBody>
          <a:bodyPr/>
          <a:lstStyle/>
          <a:p>
            <a:pPr marL="800100" lvl="1" indent="-457200" eaLnBrk="1" hangingPunct="1"/>
            <a:r>
              <a:rPr lang="en-US" altLang="en-US" dirty="0">
                <a:solidFill>
                  <a:schemeClr val="tx1"/>
                </a:solidFill>
                <a:latin typeface="Times New Roman" charset="0"/>
                <a:ea typeface="Times New Roman" charset="0"/>
                <a:cs typeface="Times New Roman" charset="0"/>
              </a:rPr>
              <a:t>Wars for independence destroyed economies.</a:t>
            </a:r>
          </a:p>
          <a:p>
            <a:pPr marL="800100" lvl="1" indent="-457200" eaLnBrk="1" hangingPunct="1"/>
            <a:r>
              <a:rPr lang="en-US" altLang="en-US" dirty="0">
                <a:solidFill>
                  <a:schemeClr val="tx1"/>
                </a:solidFill>
                <a:latin typeface="Times New Roman" charset="0"/>
                <a:ea typeface="Times New Roman" charset="0"/>
                <a:cs typeface="Times New Roman" charset="0"/>
              </a:rPr>
              <a:t>Little capital available</a:t>
            </a:r>
          </a:p>
          <a:p>
            <a:pPr marL="800100" lvl="1" indent="-457200" eaLnBrk="1" hangingPunct="1"/>
            <a:r>
              <a:rPr lang="en-US" altLang="en-US" dirty="0">
                <a:solidFill>
                  <a:schemeClr val="tx1"/>
                </a:solidFill>
                <a:latin typeface="Times New Roman" charset="0"/>
                <a:ea typeface="Times New Roman" charset="0"/>
                <a:cs typeface="Times New Roman" charset="0"/>
              </a:rPr>
              <a:t>Lack of transportation infrastructure </a:t>
            </a:r>
          </a:p>
          <a:p>
            <a:pPr marL="800100" lvl="1" indent="-457200" eaLnBrk="1" hangingPunct="1"/>
            <a:r>
              <a:rPr lang="en-US" altLang="en-US" dirty="0">
                <a:solidFill>
                  <a:schemeClr val="tx1"/>
                </a:solidFill>
                <a:latin typeface="Times New Roman" charset="0"/>
                <a:ea typeface="Times New Roman" charset="0"/>
                <a:cs typeface="Times New Roman" charset="0"/>
              </a:rPr>
              <a:t>Struggle to create governing institutions</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3" name="Title 1"/>
          <p:cNvSpPr>
            <a:spLocks noGrp="1"/>
          </p:cNvSpPr>
          <p:nvPr>
            <p:ph type="title"/>
          </p:nvPr>
        </p:nvSpPr>
        <p:spPr/>
        <p:txBody>
          <a:bodyPr/>
          <a:lstStyle/>
          <a:p>
            <a:pPr eaLnBrk="1" hangingPunct="1"/>
            <a:r>
              <a:rPr lang="en-US" altLang="en-US" dirty="0">
                <a:solidFill>
                  <a:schemeClr val="tx1"/>
                </a:solidFill>
                <a:latin typeface="Times New Roman" charset="0"/>
                <a:ea typeface="Times New Roman" charset="0"/>
                <a:cs typeface="Times New Roman" charset="0"/>
              </a:rPr>
              <a:t>Fragile Republics</a:t>
            </a:r>
          </a:p>
        </p:txBody>
      </p:sp>
      <p:sp>
        <p:nvSpPr>
          <p:cNvPr id="23554" name="Content Placeholder 2"/>
          <p:cNvSpPr>
            <a:spLocks noGrp="1"/>
          </p:cNvSpPr>
          <p:nvPr>
            <p:ph idx="1"/>
          </p:nvPr>
        </p:nvSpPr>
        <p:spPr/>
        <p:txBody>
          <a:bodyPr/>
          <a:lstStyle/>
          <a:p>
            <a:pPr marL="800100" lvl="1" indent="-457200" eaLnBrk="1" hangingPunct="1"/>
            <a:r>
              <a:rPr lang="en-US" altLang="en-US" dirty="0">
                <a:solidFill>
                  <a:schemeClr val="tx1"/>
                </a:solidFill>
                <a:latin typeface="Times New Roman" charset="0"/>
                <a:ea typeface="Times New Roman" charset="0"/>
                <a:cs typeface="Times New Roman" charset="0"/>
              </a:rPr>
              <a:t>Understaffed governments </a:t>
            </a:r>
          </a:p>
          <a:p>
            <a:pPr marL="800100" lvl="1" indent="-457200" eaLnBrk="1" hangingPunct="1"/>
            <a:r>
              <a:rPr lang="en-US" altLang="en-US" dirty="0">
                <a:solidFill>
                  <a:schemeClr val="tx1"/>
                </a:solidFill>
                <a:latin typeface="Times New Roman" charset="0"/>
                <a:ea typeface="Times New Roman" charset="0"/>
                <a:cs typeface="Times New Roman" charset="0"/>
              </a:rPr>
              <a:t>Difficult to make people pay taxes</a:t>
            </a:r>
          </a:p>
          <a:p>
            <a:pPr marL="800100" lvl="1" indent="-457200" eaLnBrk="1" hangingPunct="1"/>
            <a:r>
              <a:rPr lang="en-US" altLang="en-US" dirty="0">
                <a:solidFill>
                  <a:schemeClr val="tx1"/>
                </a:solidFill>
                <a:latin typeface="Times New Roman" charset="0"/>
                <a:ea typeface="Times New Roman" charset="0"/>
                <a:cs typeface="Times New Roman" charset="0"/>
              </a:rPr>
              <a:t>Liberals had no resources for sweeping changes </a:t>
            </a:r>
          </a:p>
          <a:p>
            <a:pPr marL="800100" lvl="1" indent="-457200" eaLnBrk="1" hangingPunct="1"/>
            <a:r>
              <a:rPr lang="en-US" altLang="en-US" dirty="0">
                <a:solidFill>
                  <a:schemeClr val="tx1"/>
                </a:solidFill>
                <a:latin typeface="Times New Roman" charset="0"/>
                <a:ea typeface="Times New Roman" charset="0"/>
                <a:cs typeface="Times New Roman" charset="0"/>
              </a:rPr>
              <a:t>Collapse of republics</a:t>
            </a:r>
          </a:p>
          <a:p>
            <a:pPr marL="800100" lvl="1" indent="-457200" eaLnBrk="1" hangingPunct="1"/>
            <a:r>
              <a:rPr lang="en-US" altLang="en-US" dirty="0">
                <a:solidFill>
                  <a:schemeClr val="tx1"/>
                </a:solidFill>
                <a:latin typeface="Times New Roman" charset="0"/>
                <a:ea typeface="Times New Roman" charset="0"/>
                <a:cs typeface="Times New Roman" charset="0"/>
              </a:rPr>
              <a:t>Conservative ascendancy by 1830s</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1" name="Title 1"/>
          <p:cNvSpPr>
            <a:spLocks noGrp="1"/>
          </p:cNvSpPr>
          <p:nvPr>
            <p:ph type="title"/>
          </p:nvPr>
        </p:nvSpPr>
        <p:spPr/>
        <p:txBody>
          <a:bodyPr/>
          <a:lstStyle/>
          <a:p>
            <a:pPr eaLnBrk="1" hangingPunct="1"/>
            <a:r>
              <a:rPr lang="en-US" altLang="en-US" dirty="0">
                <a:solidFill>
                  <a:schemeClr val="tx1"/>
                </a:solidFill>
                <a:latin typeface="Times New Roman" charset="0"/>
                <a:ea typeface="Times New Roman" charset="0"/>
                <a:cs typeface="Times New Roman" charset="0"/>
              </a:rPr>
              <a:t>Personal Enrichment</a:t>
            </a:r>
          </a:p>
        </p:txBody>
      </p:sp>
      <p:sp>
        <p:nvSpPr>
          <p:cNvPr id="25602" name="Content Placeholder 2"/>
          <p:cNvSpPr>
            <a:spLocks noGrp="1"/>
          </p:cNvSpPr>
          <p:nvPr>
            <p:ph idx="1"/>
          </p:nvPr>
        </p:nvSpPr>
        <p:spPr/>
        <p:txBody>
          <a:bodyPr/>
          <a:lstStyle/>
          <a:p>
            <a:pPr marL="800100" lvl="1" indent="-457200" eaLnBrk="1" hangingPunct="1"/>
            <a:r>
              <a:rPr lang="en-US" altLang="en-US" dirty="0">
                <a:solidFill>
                  <a:schemeClr val="tx1"/>
                </a:solidFill>
                <a:latin typeface="Times New Roman" charset="0"/>
                <a:ea typeface="Times New Roman" charset="0"/>
                <a:cs typeface="Times New Roman" charset="0"/>
              </a:rPr>
              <a:t>Many politicians viewed government as a means of personal enrichment. </a:t>
            </a:r>
          </a:p>
          <a:p>
            <a:pPr marL="800100" lvl="1" indent="-457200" eaLnBrk="1" hangingPunct="1"/>
            <a:r>
              <a:rPr lang="en-US" altLang="en-US" dirty="0">
                <a:solidFill>
                  <a:schemeClr val="tx1"/>
                </a:solidFill>
                <a:latin typeface="Times New Roman" charset="0"/>
                <a:ea typeface="Times New Roman" charset="0"/>
                <a:cs typeface="Times New Roman" charset="0"/>
              </a:rPr>
              <a:t>Control of government jobs, pensions, public works through </a:t>
            </a:r>
            <a:r>
              <a:rPr lang="en-US" altLang="en-US" i="1" dirty="0">
                <a:solidFill>
                  <a:schemeClr val="tx1"/>
                </a:solidFill>
                <a:latin typeface="Times New Roman" charset="0"/>
                <a:ea typeface="Times New Roman" charset="0"/>
                <a:cs typeface="Times New Roman" charset="0"/>
              </a:rPr>
              <a:t>patronage</a:t>
            </a:r>
            <a:endParaRPr lang="en-US" altLang="en-US" dirty="0">
              <a:solidFill>
                <a:schemeClr val="tx1"/>
              </a:solidFill>
              <a:latin typeface="Times New Roman" charset="0"/>
              <a:ea typeface="Times New Roman" charset="0"/>
              <a:cs typeface="Times New Roman" charset="0"/>
            </a:endParaRPr>
          </a:p>
          <a:p>
            <a:pPr lvl="2" eaLnBrk="1" hangingPunct="1"/>
            <a:r>
              <a:rPr lang="en-US" altLang="en-US" dirty="0">
                <a:latin typeface="Times New Roman" charset="0"/>
                <a:ea typeface="Times New Roman" charset="0"/>
                <a:cs typeface="Times New Roman" charset="0"/>
              </a:rPr>
              <a:t>Reward loyalty </a:t>
            </a:r>
          </a:p>
          <a:p>
            <a:pPr lvl="2" eaLnBrk="1" hangingPunct="1"/>
            <a:r>
              <a:rPr lang="en-US" altLang="en-US" dirty="0">
                <a:latin typeface="Times New Roman" charset="0"/>
                <a:ea typeface="Times New Roman" charset="0"/>
                <a:cs typeface="Times New Roman" charset="0"/>
              </a:rPr>
              <a:t>Personal relationships replaced political platforms</a:t>
            </a:r>
          </a:p>
          <a:p>
            <a:pPr marL="800100" lvl="1" indent="-457200" eaLnBrk="1" hangingPunct="1"/>
            <a:r>
              <a:rPr lang="ja-JP" altLang="en-US" dirty="0">
                <a:solidFill>
                  <a:schemeClr val="tx1"/>
                </a:solidFill>
                <a:latin typeface="Times New Roman" charset="0"/>
                <a:ea typeface="Times New Roman" charset="0"/>
                <a:cs typeface="Times New Roman" charset="0"/>
              </a:rPr>
              <a:t>“</a:t>
            </a:r>
            <a:r>
              <a:rPr lang="en-US" altLang="ja-JP" dirty="0">
                <a:solidFill>
                  <a:schemeClr val="tx1"/>
                </a:solidFill>
                <a:latin typeface="Times New Roman" charset="0"/>
                <a:ea typeface="Times New Roman" charset="0"/>
                <a:cs typeface="Times New Roman" charset="0"/>
              </a:rPr>
              <a:t>Don Miguel</a:t>
            </a:r>
            <a:r>
              <a:rPr lang="ja-JP" altLang="en-US" dirty="0">
                <a:solidFill>
                  <a:schemeClr val="tx1"/>
                </a:solidFill>
                <a:latin typeface="Times New Roman" charset="0"/>
                <a:ea typeface="Times New Roman" charset="0"/>
                <a:cs typeface="Times New Roman" charset="0"/>
              </a:rPr>
              <a:t>”</a:t>
            </a:r>
            <a:endParaRPr lang="en-US" altLang="ja-JP" dirty="0">
              <a:solidFill>
                <a:schemeClr val="tx1"/>
              </a:solidFill>
              <a:latin typeface="Times New Roman" charset="0"/>
              <a:ea typeface="Times New Roman" charset="0"/>
              <a:cs typeface="Times New Roman" charset="0"/>
            </a:endParaRPr>
          </a:p>
          <a:p>
            <a:pPr lvl="2" eaLnBrk="1" hangingPunct="1"/>
            <a:r>
              <a:rPr lang="en-US" altLang="en-US" dirty="0">
                <a:latin typeface="Times New Roman" charset="0"/>
                <a:ea typeface="Times New Roman" charset="0"/>
                <a:cs typeface="Times New Roman" charset="0"/>
              </a:rPr>
              <a:t>Highest patron would be a</a:t>
            </a:r>
            <a:r>
              <a:rPr lang="en-US" altLang="en-US" i="1" dirty="0">
                <a:latin typeface="Times New Roman" charset="0"/>
                <a:ea typeface="Times New Roman" charset="0"/>
                <a:cs typeface="Times New Roman" charset="0"/>
              </a:rPr>
              <a:t> caudillo.</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49" name="Title 1"/>
          <p:cNvSpPr>
            <a:spLocks noGrp="1"/>
          </p:cNvSpPr>
          <p:nvPr>
            <p:ph type="title"/>
          </p:nvPr>
        </p:nvSpPr>
        <p:spPr/>
        <p:txBody>
          <a:bodyPr/>
          <a:lstStyle/>
          <a:p>
            <a:pPr eaLnBrk="1" hangingPunct="1"/>
            <a:r>
              <a:rPr lang="en-US" altLang="en-US" dirty="0">
                <a:solidFill>
                  <a:schemeClr val="tx1"/>
                </a:solidFill>
                <a:latin typeface="Times New Roman" charset="0"/>
                <a:ea typeface="Times New Roman" charset="0"/>
                <a:cs typeface="Times New Roman" charset="0"/>
              </a:rPr>
              <a:t>Caudillo Leadership</a:t>
            </a:r>
          </a:p>
        </p:txBody>
      </p:sp>
      <p:sp>
        <p:nvSpPr>
          <p:cNvPr id="27650" name="Content Placeholder 2"/>
          <p:cNvSpPr>
            <a:spLocks noGrp="1"/>
          </p:cNvSpPr>
          <p:nvPr>
            <p:ph idx="1"/>
          </p:nvPr>
        </p:nvSpPr>
        <p:spPr/>
        <p:txBody>
          <a:bodyPr/>
          <a:lstStyle/>
          <a:p>
            <a:pPr lvl="1" eaLnBrk="1" hangingPunct="1"/>
            <a:r>
              <a:rPr lang="en-US" altLang="en-US" sz="3200" dirty="0">
                <a:solidFill>
                  <a:schemeClr val="tx1"/>
                </a:solidFill>
                <a:latin typeface="Times New Roman" charset="0"/>
                <a:ea typeface="Times New Roman" charset="0"/>
                <a:cs typeface="Times New Roman" charset="0"/>
              </a:rPr>
              <a:t>Who was a caudillo?</a:t>
            </a:r>
          </a:p>
          <a:p>
            <a:pPr marL="1082675" lvl="2" indent="-457200" eaLnBrk="1" hangingPunct="1"/>
            <a:r>
              <a:rPr lang="en-US" altLang="en-US" sz="2800" dirty="0">
                <a:latin typeface="Times New Roman" charset="0"/>
                <a:ea typeface="Times New Roman" charset="0"/>
                <a:cs typeface="Times New Roman" charset="0"/>
              </a:rPr>
              <a:t>Highest party or faction leader</a:t>
            </a:r>
          </a:p>
          <a:p>
            <a:pPr marL="1082675" lvl="2" indent="-457200" eaLnBrk="1" hangingPunct="1"/>
            <a:r>
              <a:rPr lang="en-US" altLang="en-US" sz="2800" dirty="0">
                <a:latin typeface="Times New Roman" charset="0"/>
                <a:ea typeface="Times New Roman" charset="0"/>
                <a:cs typeface="Times New Roman" charset="0"/>
              </a:rPr>
              <a:t>Frequently large landowners</a:t>
            </a:r>
          </a:p>
          <a:p>
            <a:pPr marL="1082675" lvl="2" indent="-457200" eaLnBrk="1" hangingPunct="1"/>
            <a:r>
              <a:rPr lang="en-US" altLang="en-US" sz="2800" dirty="0">
                <a:latin typeface="Times New Roman" charset="0"/>
                <a:ea typeface="Times New Roman" charset="0"/>
                <a:cs typeface="Times New Roman" charset="0"/>
              </a:rPr>
              <a:t>Use wealth to maintain private armies</a:t>
            </a:r>
          </a:p>
          <a:p>
            <a:pPr marL="1082675" lvl="2" indent="-457200" eaLnBrk="1" hangingPunct="1"/>
            <a:r>
              <a:rPr lang="en-US" altLang="en-US" sz="2800" dirty="0">
                <a:latin typeface="Times New Roman" charset="0"/>
                <a:ea typeface="Times New Roman" charset="0"/>
                <a:cs typeface="Times New Roman" charset="0"/>
              </a:rPr>
              <a:t>Often war heroes</a:t>
            </a:r>
          </a:p>
          <a:p>
            <a:pPr marL="1082675" lvl="2" indent="-457200" eaLnBrk="1" hangingPunct="1"/>
            <a:r>
              <a:rPr lang="en-US" altLang="en-US" sz="2800" dirty="0">
                <a:latin typeface="Times New Roman" charset="0"/>
                <a:ea typeface="Times New Roman" charset="0"/>
                <a:cs typeface="Times New Roman" charset="0"/>
              </a:rPr>
              <a:t>Cultivated common touch</a:t>
            </a:r>
            <a:r>
              <a:rPr lang="en-US" altLang="en-US" sz="2800" dirty="0">
                <a:latin typeface="Calibri"/>
                <a:ea typeface="Times New Roman" charset="0"/>
                <a:cs typeface="Times New Roman" charset="0"/>
              </a:rPr>
              <a:t>—</a:t>
            </a:r>
            <a:r>
              <a:rPr lang="en-US" altLang="en-US" sz="2800" dirty="0">
                <a:latin typeface="Times New Roman" charset="0"/>
                <a:ea typeface="Times New Roman" charset="0"/>
                <a:cs typeface="Times New Roman" charset="0"/>
              </a:rPr>
              <a:t>identify with average people</a:t>
            </a:r>
          </a:p>
          <a:p>
            <a:pPr marL="1082675" lvl="2" indent="-457200" eaLnBrk="1" hangingPunct="1"/>
            <a:r>
              <a:rPr lang="en-US" altLang="en-US" sz="2800" dirty="0">
                <a:latin typeface="Times New Roman" charset="0"/>
                <a:ea typeface="Times New Roman" charset="0"/>
                <a:cs typeface="Times New Roman" charset="0"/>
              </a:rPr>
              <a:t>Communicate, manipulate followers</a:t>
            </a:r>
          </a:p>
          <a:p>
            <a:pPr marL="1082675" lvl="2" indent="-457200" eaLnBrk="1" hangingPunct="1"/>
            <a:r>
              <a:rPr lang="en-US" altLang="en-US" sz="2800" dirty="0">
                <a:latin typeface="Times New Roman" charset="0"/>
                <a:ea typeface="Times New Roman" charset="0"/>
                <a:cs typeface="Times New Roman" charset="0"/>
              </a:rPr>
              <a:t>Focus on personal leadership</a:t>
            </a:r>
          </a:p>
          <a:p>
            <a:pPr marL="800100" indent="-457200" eaLnBrk="1" hangingPunct="1">
              <a:buFont typeface="Arial" charset="0"/>
              <a:buChar char="•"/>
            </a:pPr>
            <a:endParaRPr lang="en-US" altLang="en-US" dirty="0">
              <a:latin typeface="Times New Roman" charset="0"/>
              <a:ea typeface="Times New Roman" charset="0"/>
              <a:cs typeface="Times New Roman" charset="0"/>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7" name="Title 1"/>
          <p:cNvSpPr>
            <a:spLocks noGrp="1"/>
          </p:cNvSpPr>
          <p:nvPr>
            <p:ph type="title"/>
          </p:nvPr>
        </p:nvSpPr>
        <p:spPr/>
        <p:txBody>
          <a:bodyPr/>
          <a:lstStyle/>
          <a:p>
            <a:pPr eaLnBrk="1" hangingPunct="1"/>
            <a:r>
              <a:rPr lang="en-US" altLang="en-US" dirty="0">
                <a:solidFill>
                  <a:schemeClr val="tx1"/>
                </a:solidFill>
                <a:latin typeface="Times New Roman" charset="0"/>
                <a:ea typeface="Times New Roman" charset="0"/>
                <a:cs typeface="Times New Roman" charset="0"/>
              </a:rPr>
              <a:t>Examples of a Caudillo</a:t>
            </a:r>
          </a:p>
        </p:txBody>
      </p:sp>
      <p:sp>
        <p:nvSpPr>
          <p:cNvPr id="29698" name="Content Placeholder 2"/>
          <p:cNvSpPr>
            <a:spLocks noGrp="1"/>
          </p:cNvSpPr>
          <p:nvPr>
            <p:ph idx="1"/>
          </p:nvPr>
        </p:nvSpPr>
        <p:spPr/>
        <p:txBody>
          <a:bodyPr/>
          <a:lstStyle/>
          <a:p>
            <a:pPr lvl="1" eaLnBrk="1" hangingPunct="1"/>
            <a:r>
              <a:rPr lang="en-US" altLang="en-US" dirty="0">
                <a:solidFill>
                  <a:schemeClr val="tx1"/>
                </a:solidFill>
                <a:latin typeface="Times New Roman" charset="0"/>
                <a:ea typeface="Times New Roman" charset="0"/>
                <a:cs typeface="Times New Roman" charset="0"/>
              </a:rPr>
              <a:t>Juan Manuel de Rosas (Argentina)</a:t>
            </a:r>
          </a:p>
          <a:p>
            <a:pPr lvl="1" eaLnBrk="1" hangingPunct="1"/>
            <a:r>
              <a:rPr lang="en-US" altLang="en-US" dirty="0">
                <a:solidFill>
                  <a:schemeClr val="tx1"/>
                </a:solidFill>
                <a:latin typeface="Times New Roman" charset="0"/>
                <a:ea typeface="Times New Roman" charset="0"/>
                <a:cs typeface="Times New Roman" charset="0"/>
              </a:rPr>
              <a:t>Antonio López de Santa Anna (Mexico)</a:t>
            </a:r>
          </a:p>
          <a:p>
            <a:pPr lvl="1" eaLnBrk="1" hangingPunct="1"/>
            <a:r>
              <a:rPr lang="en-US" altLang="en-US" dirty="0">
                <a:solidFill>
                  <a:schemeClr val="tx1"/>
                </a:solidFill>
                <a:latin typeface="Times New Roman" charset="0"/>
                <a:ea typeface="Times New Roman" charset="0"/>
                <a:cs typeface="Times New Roman" charset="0"/>
              </a:rPr>
              <a:t>José María </a:t>
            </a:r>
            <a:r>
              <a:rPr lang="en-US" altLang="en-US" dirty="0" err="1">
                <a:solidFill>
                  <a:schemeClr val="tx1"/>
                </a:solidFill>
                <a:latin typeface="Times New Roman" charset="0"/>
                <a:ea typeface="Times New Roman" charset="0"/>
                <a:cs typeface="Times New Roman" charset="0"/>
              </a:rPr>
              <a:t>Obanda</a:t>
            </a:r>
            <a:r>
              <a:rPr lang="en-US" altLang="en-US" dirty="0">
                <a:solidFill>
                  <a:schemeClr val="tx1"/>
                </a:solidFill>
                <a:latin typeface="Times New Roman" charset="0"/>
                <a:ea typeface="Times New Roman" charset="0"/>
                <a:cs typeface="Times New Roman" charset="0"/>
              </a:rPr>
              <a:t> (Colombia)</a:t>
            </a:r>
          </a:p>
          <a:p>
            <a:pPr lvl="1" eaLnBrk="1" hangingPunct="1"/>
            <a:r>
              <a:rPr lang="en-US" altLang="en-US" dirty="0">
                <a:solidFill>
                  <a:schemeClr val="tx1"/>
                </a:solidFill>
                <a:latin typeface="Times New Roman" charset="0"/>
                <a:ea typeface="Times New Roman" charset="0"/>
                <a:cs typeface="Times New Roman" charset="0"/>
              </a:rPr>
              <a:t>José Antonio </a:t>
            </a:r>
            <a:r>
              <a:rPr lang="en-US" altLang="en-US" dirty="0" err="1">
                <a:solidFill>
                  <a:schemeClr val="tx1"/>
                </a:solidFill>
                <a:latin typeface="Times New Roman" charset="0"/>
                <a:ea typeface="Times New Roman" charset="0"/>
                <a:cs typeface="Times New Roman" charset="0"/>
              </a:rPr>
              <a:t>Páez</a:t>
            </a:r>
            <a:r>
              <a:rPr lang="en-US" altLang="en-US" dirty="0">
                <a:solidFill>
                  <a:schemeClr val="tx1"/>
                </a:solidFill>
                <a:latin typeface="Times New Roman" charset="0"/>
                <a:ea typeface="Times New Roman" charset="0"/>
                <a:cs typeface="Times New Roman" charset="0"/>
              </a:rPr>
              <a:t> (Venezuela)</a:t>
            </a:r>
          </a:p>
          <a:p>
            <a:pPr lvl="1" eaLnBrk="1" hangingPunct="1"/>
            <a:r>
              <a:rPr lang="en-US" altLang="en-US" dirty="0">
                <a:solidFill>
                  <a:schemeClr val="tx1"/>
                </a:solidFill>
                <a:latin typeface="Times New Roman" charset="0"/>
                <a:ea typeface="Times New Roman" charset="0"/>
                <a:cs typeface="Times New Roman" charset="0"/>
              </a:rPr>
              <a:t>Central America</a:t>
            </a:r>
          </a:p>
          <a:p>
            <a:pPr lvl="2" eaLnBrk="1" hangingPunct="1"/>
            <a:r>
              <a:rPr lang="en-US" altLang="en-US" dirty="0">
                <a:latin typeface="Times New Roman" charset="0"/>
                <a:ea typeface="Times New Roman" charset="0"/>
                <a:cs typeface="Times New Roman" charset="0"/>
              </a:rPr>
              <a:t>Rafael Carrera (Guatemala)</a:t>
            </a:r>
          </a:p>
          <a:p>
            <a:pPr lvl="1" eaLnBrk="1" hangingPunct="1"/>
            <a:r>
              <a:rPr lang="en-US" altLang="en-US" dirty="0">
                <a:solidFill>
                  <a:schemeClr val="tx1"/>
                </a:solidFill>
                <a:latin typeface="Times New Roman" charset="0"/>
                <a:ea typeface="Times New Roman" charset="0"/>
                <a:cs typeface="Times New Roman" charset="0"/>
              </a:rPr>
              <a:t>José Gaspar Rodríguez de Francia (Paraguay)</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5" name="Title 1"/>
          <p:cNvSpPr>
            <a:spLocks noGrp="1"/>
          </p:cNvSpPr>
          <p:nvPr>
            <p:ph type="title"/>
          </p:nvPr>
        </p:nvSpPr>
        <p:spPr/>
        <p:txBody>
          <a:bodyPr/>
          <a:lstStyle/>
          <a:p>
            <a:pPr eaLnBrk="1" hangingPunct="1"/>
            <a:r>
              <a:rPr lang="en-US" altLang="en-US" dirty="0">
                <a:solidFill>
                  <a:schemeClr val="tx1"/>
                </a:solidFill>
                <a:latin typeface="Times New Roman" charset="0"/>
                <a:ea typeface="Times New Roman" charset="0"/>
                <a:cs typeface="Times New Roman" charset="0"/>
              </a:rPr>
              <a:t>Constitutions</a:t>
            </a:r>
          </a:p>
        </p:txBody>
      </p:sp>
      <p:sp>
        <p:nvSpPr>
          <p:cNvPr id="31746" name="Content Placeholder 2"/>
          <p:cNvSpPr>
            <a:spLocks noGrp="1"/>
          </p:cNvSpPr>
          <p:nvPr>
            <p:ph idx="1"/>
          </p:nvPr>
        </p:nvSpPr>
        <p:spPr/>
        <p:txBody>
          <a:bodyPr/>
          <a:lstStyle/>
          <a:p>
            <a:pPr lvl="1" eaLnBrk="1" hangingPunct="1">
              <a:buNone/>
            </a:pPr>
            <a:r>
              <a:rPr lang="en-US" altLang="en-US" dirty="0">
                <a:solidFill>
                  <a:schemeClr val="tx1"/>
                </a:solidFill>
                <a:latin typeface="Times New Roman" charset="0"/>
                <a:ea typeface="Times New Roman" charset="0"/>
                <a:cs typeface="Times New Roman" charset="0"/>
              </a:rPr>
              <a:t>Constitution and republic</a:t>
            </a:r>
          </a:p>
          <a:p>
            <a:pPr marL="806450" lvl="2" indent="-349250" eaLnBrk="1" hangingPunct="1">
              <a:buFont typeface="Arial" pitchFamily="34" charset="0"/>
              <a:buChar char="•"/>
            </a:pPr>
            <a:r>
              <a:rPr lang="en-US" altLang="en-US" sz="2800" dirty="0">
                <a:latin typeface="Times New Roman" charset="0"/>
                <a:ea typeface="Times New Roman" charset="0"/>
                <a:cs typeface="Times New Roman" charset="0"/>
              </a:rPr>
              <a:t>Constitutions were constantly rewritten.</a:t>
            </a:r>
          </a:p>
          <a:p>
            <a:pPr marL="806450" lvl="2" indent="-349250" eaLnBrk="1" hangingPunct="1">
              <a:buFont typeface="Arial" pitchFamily="34" charset="0"/>
              <a:buChar char="•"/>
            </a:pPr>
            <a:r>
              <a:rPr lang="en-US" altLang="en-US" sz="2800" dirty="0">
                <a:latin typeface="Times New Roman" charset="0"/>
                <a:ea typeface="Times New Roman" charset="0"/>
                <a:cs typeface="Times New Roman" charset="0"/>
              </a:rPr>
              <a:t>Most countries ruled by conservative caudillos.</a:t>
            </a:r>
          </a:p>
          <a:p>
            <a:pPr marL="806450" lvl="2" indent="-349250" eaLnBrk="1" hangingPunct="1">
              <a:buFont typeface="Arial" pitchFamily="34" charset="0"/>
              <a:buChar char="•"/>
            </a:pPr>
            <a:r>
              <a:rPr lang="en-US" altLang="en-US" sz="2800" dirty="0">
                <a:latin typeface="Times New Roman" charset="0"/>
                <a:ea typeface="Times New Roman" charset="0"/>
                <a:cs typeface="Times New Roman" charset="0"/>
              </a:rPr>
              <a:t>Federalism broke up large countries.</a:t>
            </a:r>
          </a:p>
          <a:p>
            <a:pPr marL="1143000" lvl="3" indent="-336550" eaLnBrk="1" hangingPunct="1">
              <a:buFont typeface="Calibri" pitchFamily="34" charset="0"/>
              <a:buChar char="–"/>
            </a:pPr>
            <a:r>
              <a:rPr lang="en-US" altLang="en-US" sz="2400" dirty="0">
                <a:solidFill>
                  <a:schemeClr val="tx1"/>
                </a:solidFill>
                <a:latin typeface="Times New Roman" charset="0"/>
                <a:ea typeface="Times New Roman" charset="0"/>
                <a:cs typeface="Times New Roman" charset="0"/>
              </a:rPr>
              <a:t>Greater Colombia = Colombia, Venezuela, Ecuador</a:t>
            </a:r>
          </a:p>
          <a:p>
            <a:pPr marL="1143000" lvl="3" indent="-336550" eaLnBrk="1" hangingPunct="1">
              <a:buFont typeface="Calibri" pitchFamily="34" charset="0"/>
              <a:buChar char="–"/>
            </a:pPr>
            <a:r>
              <a:rPr lang="en-US" altLang="en-US" sz="2400" dirty="0">
                <a:solidFill>
                  <a:schemeClr val="tx1"/>
                </a:solidFill>
                <a:latin typeface="Times New Roman" charset="0"/>
                <a:ea typeface="Times New Roman" charset="0"/>
                <a:cs typeface="Times New Roman" charset="0"/>
              </a:rPr>
              <a:t>Central American Republic = five parts: Costa Rica, El Salvador, Guatemala, Honduras, and Nicaragua</a:t>
            </a:r>
            <a:endParaRPr lang="en-US" altLang="en-US" dirty="0">
              <a:latin typeface="Times New Roman" charset="0"/>
              <a:ea typeface="Times New Roman" charset="0"/>
              <a:cs typeface="Times New Roman" charset="0"/>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3" name="Title 1"/>
          <p:cNvSpPr>
            <a:spLocks noGrp="1"/>
          </p:cNvSpPr>
          <p:nvPr>
            <p:ph type="title"/>
          </p:nvPr>
        </p:nvSpPr>
        <p:spPr/>
        <p:txBody>
          <a:bodyPr/>
          <a:lstStyle/>
          <a:p>
            <a:pPr eaLnBrk="1" hangingPunct="1"/>
            <a:r>
              <a:rPr lang="en-US" altLang="en-US" dirty="0">
                <a:solidFill>
                  <a:schemeClr val="tx1"/>
                </a:solidFill>
                <a:latin typeface="Times New Roman" charset="0"/>
                <a:ea typeface="Times New Roman" charset="0"/>
                <a:cs typeface="Times New Roman" charset="0"/>
              </a:rPr>
              <a:t>Brazil</a:t>
            </a:r>
            <a:r>
              <a:rPr lang="ja-JP" altLang="en-US">
                <a:solidFill>
                  <a:schemeClr val="tx1"/>
                </a:solidFill>
                <a:latin typeface="Times New Roman" charset="0"/>
                <a:ea typeface="Times New Roman" charset="0"/>
                <a:cs typeface="Times New Roman" charset="0"/>
              </a:rPr>
              <a:t>’</a:t>
            </a:r>
            <a:r>
              <a:rPr lang="en-US" altLang="ja-JP" dirty="0">
                <a:solidFill>
                  <a:schemeClr val="tx1"/>
                </a:solidFill>
                <a:latin typeface="Times New Roman" charset="0"/>
                <a:ea typeface="Times New Roman" charset="0"/>
                <a:cs typeface="Times New Roman" charset="0"/>
              </a:rPr>
              <a:t>s Different Path</a:t>
            </a:r>
            <a:endParaRPr lang="en-US" altLang="en-US" dirty="0">
              <a:solidFill>
                <a:schemeClr val="tx1"/>
              </a:solidFill>
              <a:latin typeface="Times New Roman" charset="0"/>
              <a:ea typeface="Times New Roman" charset="0"/>
              <a:cs typeface="Times New Roman" charset="0"/>
            </a:endParaRPr>
          </a:p>
        </p:txBody>
      </p:sp>
      <p:sp>
        <p:nvSpPr>
          <p:cNvPr id="33794" name="Content Placeholder 2"/>
          <p:cNvSpPr>
            <a:spLocks noGrp="1"/>
          </p:cNvSpPr>
          <p:nvPr>
            <p:ph idx="1"/>
          </p:nvPr>
        </p:nvSpPr>
        <p:spPr/>
        <p:txBody>
          <a:bodyPr/>
          <a:lstStyle/>
          <a:p>
            <a:pPr marL="800100" lvl="1" indent="-457200" eaLnBrk="1" hangingPunct="1"/>
            <a:r>
              <a:rPr lang="en-US" altLang="en-US" dirty="0">
                <a:solidFill>
                  <a:schemeClr val="tx1"/>
                </a:solidFill>
                <a:latin typeface="Times New Roman" charset="0"/>
                <a:ea typeface="Times New Roman" charset="0"/>
                <a:cs typeface="Times New Roman" charset="0"/>
              </a:rPr>
              <a:t>Maintained colonial institutions</a:t>
            </a:r>
          </a:p>
          <a:p>
            <a:pPr marL="800100" lvl="1" indent="-457200" eaLnBrk="1" hangingPunct="1"/>
            <a:r>
              <a:rPr lang="en-US" altLang="en-US" dirty="0">
                <a:solidFill>
                  <a:schemeClr val="tx1"/>
                </a:solidFill>
                <a:latin typeface="Times New Roman" charset="0"/>
                <a:ea typeface="Times New Roman" charset="0"/>
                <a:cs typeface="Times New Roman" charset="0"/>
              </a:rPr>
              <a:t>European monarchy</a:t>
            </a:r>
          </a:p>
          <a:p>
            <a:pPr marL="800100" lvl="1" indent="-457200" eaLnBrk="1" hangingPunct="1"/>
            <a:r>
              <a:rPr lang="en-US" altLang="en-US" dirty="0">
                <a:solidFill>
                  <a:schemeClr val="tx1"/>
                </a:solidFill>
                <a:latin typeface="Times New Roman" charset="0"/>
                <a:ea typeface="Times New Roman" charset="0"/>
                <a:cs typeface="Times New Roman" charset="0"/>
              </a:rPr>
              <a:t>Church–state link</a:t>
            </a:r>
          </a:p>
          <a:p>
            <a:pPr marL="800100" lvl="1" indent="-457200" eaLnBrk="1" hangingPunct="1"/>
            <a:r>
              <a:rPr lang="en-US" altLang="en-US" dirty="0">
                <a:solidFill>
                  <a:schemeClr val="tx1"/>
                </a:solidFill>
                <a:latin typeface="Times New Roman" charset="0"/>
                <a:ea typeface="Times New Roman" charset="0"/>
                <a:cs typeface="Times New Roman" charset="0"/>
              </a:rPr>
              <a:t>Embrace of slavery</a:t>
            </a:r>
          </a:p>
          <a:p>
            <a:pPr marL="800100" lvl="1" indent="-457200" eaLnBrk="1" hangingPunct="1"/>
            <a:r>
              <a:rPr lang="en-US" altLang="en-US" dirty="0">
                <a:solidFill>
                  <a:schemeClr val="tx1"/>
                </a:solidFill>
                <a:latin typeface="Times New Roman" charset="0"/>
                <a:ea typeface="Times New Roman" charset="0"/>
                <a:cs typeface="Times New Roman" charset="0"/>
              </a:rPr>
              <a:t>Stable and prosperous </a:t>
            </a:r>
          </a:p>
          <a:p>
            <a:pPr marL="800100" lvl="1" indent="-457200" eaLnBrk="1" hangingPunct="1"/>
            <a:r>
              <a:rPr lang="en-US" altLang="en-US" dirty="0">
                <a:solidFill>
                  <a:schemeClr val="tx1"/>
                </a:solidFill>
                <a:latin typeface="Times New Roman" charset="0"/>
                <a:ea typeface="Times New Roman" charset="0"/>
                <a:cs typeface="Times New Roman" charset="0"/>
              </a:rPr>
              <a:t>Provincial governors appointed</a:t>
            </a:r>
          </a:p>
          <a:p>
            <a:pPr marL="800100" lvl="1" indent="-457200" eaLnBrk="1" hangingPunct="1"/>
            <a:r>
              <a:rPr lang="en-US" altLang="en-US" dirty="0">
                <a:solidFill>
                  <a:schemeClr val="tx1"/>
                </a:solidFill>
                <a:latin typeface="Times New Roman" charset="0"/>
                <a:ea typeface="Times New Roman" charset="0"/>
                <a:cs typeface="Times New Roman" charset="0"/>
              </a:rPr>
              <a:t>Army loyal to emperor </a:t>
            </a:r>
          </a:p>
          <a:p>
            <a:pPr marL="800100" lvl="1" indent="-457200" eaLnBrk="1" hangingPunct="1"/>
            <a:r>
              <a:rPr lang="en-US" altLang="en-US" dirty="0">
                <a:solidFill>
                  <a:schemeClr val="tx1"/>
                </a:solidFill>
                <a:latin typeface="Times New Roman" charset="0"/>
                <a:ea typeface="Times New Roman" charset="0"/>
                <a:cs typeface="Times New Roman" charset="0"/>
              </a:rPr>
              <a:t>Coffee produced revenue</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1" name="Title 1"/>
          <p:cNvSpPr>
            <a:spLocks noGrp="1"/>
          </p:cNvSpPr>
          <p:nvPr>
            <p:ph type="title"/>
          </p:nvPr>
        </p:nvSpPr>
        <p:spPr/>
        <p:txBody>
          <a:bodyPr/>
          <a:lstStyle/>
          <a:p>
            <a:pPr eaLnBrk="1" hangingPunct="1"/>
            <a:r>
              <a:rPr lang="en-US" altLang="en-US" sz="4000" dirty="0">
                <a:solidFill>
                  <a:schemeClr val="tx1"/>
                </a:solidFill>
                <a:latin typeface="Times New Roman" charset="0"/>
                <a:ea typeface="Times New Roman" charset="0"/>
                <a:cs typeface="Times New Roman" charset="0"/>
              </a:rPr>
              <a:t>Liberal Hopes and Disappointments</a:t>
            </a:r>
          </a:p>
        </p:txBody>
      </p:sp>
      <p:sp>
        <p:nvSpPr>
          <p:cNvPr id="35842" name="Content Placeholder 2"/>
          <p:cNvSpPr>
            <a:spLocks noGrp="1"/>
          </p:cNvSpPr>
          <p:nvPr>
            <p:ph idx="1"/>
          </p:nvPr>
        </p:nvSpPr>
        <p:spPr>
          <a:xfrm>
            <a:off x="441325" y="1981200"/>
            <a:ext cx="8229600" cy="4525963"/>
          </a:xfrm>
        </p:spPr>
        <p:txBody>
          <a:bodyPr/>
          <a:lstStyle/>
          <a:p>
            <a:pPr lvl="1" eaLnBrk="1" hangingPunct="1"/>
            <a:r>
              <a:rPr lang="en-US" altLang="en-US" dirty="0">
                <a:solidFill>
                  <a:schemeClr val="tx1"/>
                </a:solidFill>
                <a:latin typeface="Times New Roman" charset="0"/>
                <a:ea typeface="Times New Roman" charset="0"/>
                <a:cs typeface="Times New Roman" charset="0"/>
              </a:rPr>
              <a:t>Pedro I claimed to be liberal; ruled authoritarian.</a:t>
            </a:r>
          </a:p>
          <a:p>
            <a:pPr lvl="1" eaLnBrk="1" hangingPunct="1"/>
            <a:r>
              <a:rPr lang="en-US" altLang="en-US" dirty="0">
                <a:solidFill>
                  <a:schemeClr val="tx1"/>
                </a:solidFill>
                <a:latin typeface="Times New Roman" charset="0"/>
                <a:ea typeface="Times New Roman" charset="0"/>
                <a:cs typeface="Times New Roman" charset="0"/>
              </a:rPr>
              <a:t>Pedro became unpopular, giving liberals hope.</a:t>
            </a:r>
          </a:p>
          <a:p>
            <a:pPr lvl="1" eaLnBrk="1" hangingPunct="1"/>
            <a:r>
              <a:rPr lang="en-US" altLang="en-US" dirty="0">
                <a:solidFill>
                  <a:schemeClr val="tx1"/>
                </a:solidFill>
                <a:latin typeface="Times New Roman" charset="0"/>
                <a:ea typeface="Times New Roman" charset="0"/>
                <a:cs typeface="Times New Roman" charset="0"/>
              </a:rPr>
              <a:t>Death of his father made Pedro the heir to the Portuguese throne.</a:t>
            </a:r>
          </a:p>
          <a:p>
            <a:pPr lvl="2" eaLnBrk="1" hangingPunct="1"/>
            <a:r>
              <a:rPr lang="en-US" altLang="en-US" dirty="0">
                <a:latin typeface="Times New Roman" charset="0"/>
                <a:ea typeface="Times New Roman" charset="0"/>
                <a:cs typeface="Times New Roman" charset="0"/>
              </a:rPr>
              <a:t>Pedro renounced the throne; left it to young son Pedro II (who was 5 years old)</a:t>
            </a:r>
          </a:p>
          <a:p>
            <a:pPr lvl="2" eaLnBrk="1" hangingPunct="1"/>
            <a:r>
              <a:rPr lang="en-US" altLang="en-US" dirty="0">
                <a:latin typeface="Times New Roman" charset="0"/>
                <a:ea typeface="Times New Roman" charset="0"/>
                <a:cs typeface="Times New Roman" charset="0"/>
              </a:rPr>
              <a:t>Regents had to rule for son until he came of age. </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89" name="Title 1"/>
          <p:cNvSpPr>
            <a:spLocks noGrp="1"/>
          </p:cNvSpPr>
          <p:nvPr>
            <p:ph type="title"/>
          </p:nvPr>
        </p:nvSpPr>
        <p:spPr/>
        <p:txBody>
          <a:bodyPr/>
          <a:lstStyle/>
          <a:p>
            <a:pPr eaLnBrk="1" hangingPunct="1"/>
            <a:r>
              <a:rPr lang="en-US" altLang="en-US" dirty="0">
                <a:solidFill>
                  <a:schemeClr val="tx1"/>
                </a:solidFill>
                <a:latin typeface="Times New Roman" charset="0"/>
                <a:ea typeface="Times New Roman" charset="0"/>
                <a:cs typeface="Times New Roman" charset="0"/>
              </a:rPr>
              <a:t>Regency Years, 1831–1840</a:t>
            </a:r>
          </a:p>
        </p:txBody>
      </p:sp>
      <p:sp>
        <p:nvSpPr>
          <p:cNvPr id="37890" name="Content Placeholder 2"/>
          <p:cNvSpPr>
            <a:spLocks noGrp="1"/>
          </p:cNvSpPr>
          <p:nvPr>
            <p:ph idx="1"/>
          </p:nvPr>
        </p:nvSpPr>
        <p:spPr/>
        <p:txBody>
          <a:bodyPr/>
          <a:lstStyle/>
          <a:p>
            <a:pPr lvl="1" eaLnBrk="1" hangingPunct="1"/>
            <a:r>
              <a:rPr lang="en-US" altLang="en-US" dirty="0">
                <a:solidFill>
                  <a:schemeClr val="tx1"/>
                </a:solidFill>
                <a:latin typeface="Times New Roman" charset="0"/>
                <a:ea typeface="Times New Roman" charset="0"/>
                <a:cs typeface="Times New Roman" charset="0"/>
              </a:rPr>
              <a:t>Liberals quickly sought to regain greater power.</a:t>
            </a:r>
          </a:p>
          <a:p>
            <a:pPr lvl="1" eaLnBrk="1" hangingPunct="1"/>
            <a:r>
              <a:rPr lang="en-US" altLang="en-US" dirty="0">
                <a:solidFill>
                  <a:schemeClr val="tx1"/>
                </a:solidFill>
                <a:latin typeface="Times New Roman" charset="0"/>
                <a:ea typeface="Times New Roman" charset="0"/>
                <a:cs typeface="Times New Roman" charset="0"/>
              </a:rPr>
              <a:t>Liberals needed support of common people.</a:t>
            </a:r>
          </a:p>
          <a:p>
            <a:pPr lvl="2" eaLnBrk="1" hangingPunct="1"/>
            <a:r>
              <a:rPr lang="en-US" altLang="en-US" dirty="0">
                <a:latin typeface="Times New Roman" charset="0"/>
                <a:ea typeface="Times New Roman" charset="0"/>
                <a:cs typeface="Times New Roman" charset="0"/>
              </a:rPr>
              <a:t>Nativist rhetoric</a:t>
            </a:r>
          </a:p>
          <a:p>
            <a:pPr lvl="2" eaLnBrk="1" hangingPunct="1"/>
            <a:r>
              <a:rPr lang="en-US" altLang="en-US" dirty="0">
                <a:latin typeface="Times New Roman" charset="0"/>
                <a:ea typeface="Times New Roman" charset="0"/>
                <a:cs typeface="Times New Roman" charset="0"/>
              </a:rPr>
              <a:t>Rebelled in four provinces</a:t>
            </a:r>
          </a:p>
          <a:p>
            <a:pPr lvl="2" eaLnBrk="1" hangingPunct="1"/>
            <a:r>
              <a:rPr lang="en-US" altLang="en-US" dirty="0">
                <a:latin typeface="Times New Roman" charset="0"/>
                <a:ea typeface="Times New Roman" charset="0"/>
                <a:cs typeface="Times New Roman" charset="0"/>
              </a:rPr>
              <a:t>Slaves became involved in rebellions.</a:t>
            </a:r>
          </a:p>
          <a:p>
            <a:pPr lvl="1" eaLnBrk="1" hangingPunct="1"/>
            <a:r>
              <a:rPr lang="en-US" altLang="en-US" dirty="0">
                <a:solidFill>
                  <a:schemeClr val="tx1"/>
                </a:solidFill>
                <a:latin typeface="Times New Roman" charset="0"/>
                <a:ea typeface="Times New Roman" charset="0"/>
                <a:cs typeface="Times New Roman" charset="0"/>
              </a:rPr>
              <a:t>Some elite liberals became afraid.</a:t>
            </a:r>
          </a:p>
          <a:p>
            <a:pPr lvl="2" eaLnBrk="1" hangingPunct="1"/>
            <a:r>
              <a:rPr lang="en-US" altLang="en-US" dirty="0">
                <a:latin typeface="Times New Roman" charset="0"/>
                <a:ea typeface="Times New Roman" charset="0"/>
                <a:cs typeface="Times New Roman" charset="0"/>
              </a:rPr>
              <a:t>Prince Pedro elevated to throne at age 14.</a:t>
            </a:r>
          </a:p>
          <a:p>
            <a:pPr lvl="2" eaLnBrk="1" hangingPunct="1"/>
            <a:r>
              <a:rPr lang="en-US" altLang="en-US" dirty="0">
                <a:latin typeface="Times New Roman" charset="0"/>
                <a:ea typeface="Times New Roman" charset="0"/>
                <a:cs typeface="Times New Roman" charset="0"/>
              </a:rPr>
              <a:t>Rebuilt imperial army</a:t>
            </a:r>
          </a:p>
          <a:p>
            <a:pPr lvl="2" eaLnBrk="1" hangingPunct="1"/>
            <a:r>
              <a:rPr lang="en-US" altLang="en-US" dirty="0">
                <a:latin typeface="Times New Roman" charset="0"/>
                <a:ea typeface="Times New Roman" charset="0"/>
                <a:cs typeface="Times New Roman" charset="0"/>
              </a:rPr>
              <a:t>Canceled other liberal reforms</a:t>
            </a:r>
          </a:p>
          <a:p>
            <a:pPr eaLnBrk="1" hangingPunct="1">
              <a:buFont typeface="Wingdings" charset="2"/>
              <a:buNone/>
            </a:pPr>
            <a:endParaRPr lang="en-US" altLang="en-US" dirty="0">
              <a:latin typeface="Times New Roman" charset="0"/>
              <a:ea typeface="Times New Roman" charset="0"/>
              <a:cs typeface="Times New Roman" charset="0"/>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7" name="Title 1"/>
          <p:cNvSpPr>
            <a:spLocks noGrp="1"/>
          </p:cNvSpPr>
          <p:nvPr>
            <p:ph type="title"/>
          </p:nvPr>
        </p:nvSpPr>
        <p:spPr/>
        <p:txBody>
          <a:bodyPr/>
          <a:lstStyle/>
          <a:p>
            <a:pPr eaLnBrk="1" hangingPunct="1"/>
            <a:r>
              <a:rPr lang="en-US" altLang="en-US" dirty="0">
                <a:solidFill>
                  <a:schemeClr val="tx1"/>
                </a:solidFill>
                <a:latin typeface="Times New Roman" charset="0"/>
                <a:ea typeface="Times New Roman" charset="0"/>
                <a:cs typeface="Times New Roman" charset="0"/>
              </a:rPr>
              <a:t>Continuities in Daily Life</a:t>
            </a:r>
          </a:p>
        </p:txBody>
      </p:sp>
      <p:sp>
        <p:nvSpPr>
          <p:cNvPr id="39938" name="Content Placeholder 2"/>
          <p:cNvSpPr>
            <a:spLocks noGrp="1"/>
          </p:cNvSpPr>
          <p:nvPr>
            <p:ph idx="1"/>
          </p:nvPr>
        </p:nvSpPr>
        <p:spPr/>
        <p:txBody>
          <a:bodyPr/>
          <a:lstStyle/>
          <a:p>
            <a:pPr marL="800100" lvl="1" indent="-457200" eaLnBrk="1" hangingPunct="1"/>
            <a:r>
              <a:rPr lang="en-US" altLang="en-US" dirty="0">
                <a:solidFill>
                  <a:schemeClr val="tx1"/>
                </a:solidFill>
                <a:latin typeface="Times New Roman" charset="0"/>
                <a:ea typeface="Times New Roman" charset="0"/>
                <a:cs typeface="Times New Roman" charset="0"/>
              </a:rPr>
              <a:t>Daily life remained mostly unchanged. </a:t>
            </a:r>
          </a:p>
          <a:p>
            <a:pPr marL="800100" lvl="1" indent="-457200" eaLnBrk="1" hangingPunct="1"/>
            <a:r>
              <a:rPr lang="en-US" altLang="en-US" dirty="0">
                <a:solidFill>
                  <a:schemeClr val="tx1"/>
                </a:solidFill>
                <a:latin typeface="Times New Roman" charset="0"/>
                <a:ea typeface="Times New Roman" charset="0"/>
                <a:cs typeface="Times New Roman" charset="0"/>
              </a:rPr>
              <a:t>Indigenous people maintained their autonomy.</a:t>
            </a:r>
          </a:p>
          <a:p>
            <a:pPr lvl="2" eaLnBrk="1" hangingPunct="1"/>
            <a:r>
              <a:rPr lang="en-US" altLang="en-US" dirty="0">
                <a:latin typeface="Times New Roman" charset="0"/>
                <a:ea typeface="Times New Roman" charset="0"/>
                <a:cs typeface="Times New Roman" charset="0"/>
              </a:rPr>
              <a:t>Subsistence farming</a:t>
            </a:r>
          </a:p>
          <a:p>
            <a:pPr lvl="2" eaLnBrk="1" hangingPunct="1"/>
            <a:r>
              <a:rPr lang="en-US" altLang="en-US" dirty="0">
                <a:latin typeface="Times New Roman" charset="0"/>
                <a:ea typeface="Times New Roman" charset="0"/>
                <a:cs typeface="Times New Roman" charset="0"/>
              </a:rPr>
              <a:t>Little contact with republican institutions </a:t>
            </a:r>
          </a:p>
          <a:p>
            <a:pPr marL="800100" lvl="1" indent="-457200" eaLnBrk="1" hangingPunct="1"/>
            <a:r>
              <a:rPr lang="en-US" altLang="en-US" dirty="0">
                <a:solidFill>
                  <a:schemeClr val="tx1"/>
                </a:solidFill>
                <a:latin typeface="Times New Roman" charset="0"/>
                <a:ea typeface="Times New Roman" charset="0"/>
                <a:cs typeface="Times New Roman" charset="0"/>
              </a:rPr>
              <a:t>Mixed-race peasants</a:t>
            </a:r>
          </a:p>
          <a:p>
            <a:pPr lvl="2" eaLnBrk="1" hangingPunct="1"/>
            <a:r>
              <a:rPr lang="en-US" altLang="en-US" dirty="0">
                <a:latin typeface="Times New Roman" charset="0"/>
                <a:ea typeface="Times New Roman" charset="0"/>
                <a:cs typeface="Times New Roman" charset="0"/>
              </a:rPr>
              <a:t>Outnumbered indigenous in some places</a:t>
            </a:r>
          </a:p>
          <a:p>
            <a:pPr lvl="2" eaLnBrk="1" hangingPunct="1"/>
            <a:r>
              <a:rPr lang="en-US" altLang="en-US" dirty="0">
                <a:latin typeface="Times New Roman" charset="0"/>
                <a:ea typeface="Times New Roman" charset="0"/>
                <a:cs typeface="Times New Roman" charset="0"/>
              </a:rPr>
              <a:t>Worked as attached workers, or </a:t>
            </a:r>
            <a:r>
              <a:rPr lang="en-US" altLang="en-US" i="1" dirty="0">
                <a:latin typeface="Times New Roman" charset="0"/>
                <a:ea typeface="Times New Roman" charset="0"/>
                <a:cs typeface="Times New Roman" charset="0"/>
              </a:rPr>
              <a:t>peons</a:t>
            </a:r>
          </a:p>
          <a:p>
            <a:pPr lvl="2" eaLnBrk="1" hangingPunct="1"/>
            <a:r>
              <a:rPr lang="en-US" altLang="en-US" dirty="0">
                <a:latin typeface="Times New Roman" charset="0"/>
                <a:ea typeface="Times New Roman" charset="0"/>
                <a:cs typeface="Times New Roman" charset="0"/>
              </a:rPr>
              <a:t>Many cleared forests to tend own plots.</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5" name="Title 1"/>
          <p:cNvSpPr>
            <a:spLocks noGrp="1"/>
          </p:cNvSpPr>
          <p:nvPr>
            <p:ph type="title"/>
          </p:nvPr>
        </p:nvSpPr>
        <p:spPr/>
        <p:txBody>
          <a:bodyPr/>
          <a:lstStyle/>
          <a:p>
            <a:pPr eaLnBrk="1" hangingPunct="1"/>
            <a:r>
              <a:rPr lang="en-US" altLang="en-US" dirty="0">
                <a:solidFill>
                  <a:schemeClr val="tx1"/>
                </a:solidFill>
                <a:latin typeface="Times New Roman" charset="0"/>
                <a:ea typeface="Times New Roman" charset="0"/>
                <a:cs typeface="Times New Roman" charset="0"/>
              </a:rPr>
              <a:t>People and Power</a:t>
            </a:r>
          </a:p>
        </p:txBody>
      </p:sp>
      <p:sp>
        <p:nvSpPr>
          <p:cNvPr id="41986" name="Content Placeholder 2"/>
          <p:cNvSpPr>
            <a:spLocks noGrp="1"/>
          </p:cNvSpPr>
          <p:nvPr>
            <p:ph idx="1"/>
          </p:nvPr>
        </p:nvSpPr>
        <p:spPr/>
        <p:txBody>
          <a:bodyPr/>
          <a:lstStyle/>
          <a:p>
            <a:pPr lvl="1" eaLnBrk="1" hangingPunct="1"/>
            <a:r>
              <a:rPr lang="en-US" altLang="en-US" dirty="0">
                <a:solidFill>
                  <a:schemeClr val="tx1"/>
                </a:solidFill>
                <a:latin typeface="Times New Roman" charset="0"/>
                <a:ea typeface="Times New Roman" charset="0"/>
                <a:cs typeface="Times New Roman" charset="0"/>
              </a:rPr>
              <a:t>Africans and African-descended people</a:t>
            </a:r>
          </a:p>
          <a:p>
            <a:pPr lvl="2" eaLnBrk="1" hangingPunct="1"/>
            <a:r>
              <a:rPr lang="en-US" altLang="en-US" dirty="0">
                <a:latin typeface="Times New Roman" charset="0"/>
                <a:ea typeface="Times New Roman" charset="0"/>
                <a:cs typeface="Times New Roman" charset="0"/>
              </a:rPr>
              <a:t>Enslaved in Brazil and Cuba</a:t>
            </a:r>
          </a:p>
          <a:p>
            <a:pPr lvl="2" eaLnBrk="1" hangingPunct="1"/>
            <a:r>
              <a:rPr lang="en-US" altLang="en-US" dirty="0">
                <a:latin typeface="Times New Roman" charset="0"/>
                <a:ea typeface="Times New Roman" charset="0"/>
                <a:cs typeface="Times New Roman" charset="0"/>
              </a:rPr>
              <a:t>Devoted to cultivating export crops</a:t>
            </a:r>
          </a:p>
          <a:p>
            <a:pPr lvl="2" eaLnBrk="1" hangingPunct="1"/>
            <a:r>
              <a:rPr lang="en-US" altLang="en-US" dirty="0">
                <a:latin typeface="Times New Roman" charset="0"/>
                <a:ea typeface="Times New Roman" charset="0"/>
                <a:cs typeface="Times New Roman" charset="0"/>
              </a:rPr>
              <a:t>Brazil had a record number of African slaves.</a:t>
            </a:r>
          </a:p>
          <a:p>
            <a:pPr lvl="2" eaLnBrk="1" hangingPunct="1"/>
            <a:r>
              <a:rPr lang="en-US" altLang="en-US" dirty="0">
                <a:latin typeface="Times New Roman" charset="0"/>
                <a:ea typeface="Times New Roman" charset="0"/>
                <a:cs typeface="Times New Roman" charset="0"/>
              </a:rPr>
              <a:t>Cuba benefitted from the outlawing of slavery in other islands.</a:t>
            </a:r>
          </a:p>
          <a:p>
            <a:pPr lvl="1" eaLnBrk="1" hangingPunct="1"/>
            <a:r>
              <a:rPr lang="en-US" altLang="en-US" dirty="0">
                <a:solidFill>
                  <a:schemeClr val="tx1"/>
                </a:solidFill>
                <a:latin typeface="Times New Roman" charset="0"/>
                <a:ea typeface="Times New Roman" charset="0"/>
                <a:cs typeface="Times New Roman" charset="0"/>
              </a:rPr>
              <a:t>Landowners held the most power.</a:t>
            </a:r>
          </a:p>
          <a:p>
            <a:pPr lvl="2" eaLnBrk="1" hangingPunct="1"/>
            <a:r>
              <a:rPr lang="en-US" altLang="en-US" dirty="0">
                <a:latin typeface="Times New Roman" charset="0"/>
                <a:ea typeface="Times New Roman" charset="0"/>
                <a:cs typeface="Times New Roman" charset="0"/>
              </a:rPr>
              <a:t>Eliminated merchant guilds to promote free trade</a:t>
            </a:r>
          </a:p>
          <a:p>
            <a:pPr lvl="2" eaLnBrk="1" hangingPunct="1"/>
            <a:r>
              <a:rPr lang="en-US" altLang="en-US" dirty="0">
                <a:latin typeface="Times New Roman" charset="0"/>
                <a:ea typeface="Times New Roman" charset="0"/>
                <a:cs typeface="Times New Roman" charset="0"/>
              </a:rPr>
              <a:t>The reliance on agricultural exports gave landowners more clout.</a:t>
            </a:r>
          </a:p>
          <a:p>
            <a:pPr lvl="2" eaLnBrk="1" hangingPunct="1"/>
            <a:endParaRPr lang="en-US" altLang="en-US" dirty="0">
              <a:latin typeface="Times New Roman" charset="0"/>
              <a:ea typeface="Times New Roman" charset="0"/>
              <a:cs typeface="Times New Roman" charset="0"/>
            </a:endParaRPr>
          </a:p>
          <a:p>
            <a:pPr eaLnBrk="1" hangingPunct="1">
              <a:buFont typeface="Wingdings" charset="2"/>
              <a:buNone/>
            </a:pPr>
            <a:endParaRPr lang="en-US" altLang="en-US" dirty="0">
              <a:latin typeface="Times New Roman" charset="0"/>
              <a:ea typeface="Times New Roman" charset="0"/>
              <a:cs typeface="Times New Roman" charset="0"/>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3" name="Title 1"/>
          <p:cNvSpPr>
            <a:spLocks noGrp="1"/>
          </p:cNvSpPr>
          <p:nvPr>
            <p:ph type="title"/>
          </p:nvPr>
        </p:nvSpPr>
        <p:spPr/>
        <p:txBody>
          <a:bodyPr/>
          <a:lstStyle/>
          <a:p>
            <a:pPr eaLnBrk="1" hangingPunct="1"/>
            <a:r>
              <a:rPr lang="en-US" altLang="en-US" dirty="0">
                <a:solidFill>
                  <a:schemeClr val="tx1"/>
                </a:solidFill>
                <a:latin typeface="Times New Roman" charset="0"/>
                <a:ea typeface="Times New Roman" charset="0"/>
                <a:cs typeface="Times New Roman" charset="0"/>
              </a:rPr>
              <a:t>Transculturation</a:t>
            </a:r>
          </a:p>
        </p:txBody>
      </p:sp>
      <p:sp>
        <p:nvSpPr>
          <p:cNvPr id="44034" name="Content Placeholder 2"/>
          <p:cNvSpPr>
            <a:spLocks noGrp="1"/>
          </p:cNvSpPr>
          <p:nvPr>
            <p:ph idx="1"/>
          </p:nvPr>
        </p:nvSpPr>
        <p:spPr/>
        <p:txBody>
          <a:bodyPr/>
          <a:lstStyle/>
          <a:p>
            <a:pPr lvl="1" eaLnBrk="1" hangingPunct="1"/>
            <a:r>
              <a:rPr lang="en-US" altLang="en-US" dirty="0">
                <a:solidFill>
                  <a:schemeClr val="tx1"/>
                </a:solidFill>
                <a:latin typeface="Times New Roman" charset="0"/>
                <a:ea typeface="Times New Roman" charset="0"/>
                <a:cs typeface="Times New Roman" charset="0"/>
              </a:rPr>
              <a:t>Transculturation encouraged by nativist rhetoric and landowner power.</a:t>
            </a:r>
          </a:p>
          <a:p>
            <a:pPr lvl="2" eaLnBrk="1" hangingPunct="1"/>
            <a:r>
              <a:rPr lang="en-US" altLang="en-US" dirty="0">
                <a:latin typeface="Times New Roman" charset="0"/>
                <a:ea typeface="Times New Roman" charset="0"/>
                <a:cs typeface="Times New Roman" charset="0"/>
              </a:rPr>
              <a:t>Mestizo cultural forms gain acceptance.</a:t>
            </a:r>
          </a:p>
          <a:p>
            <a:pPr lvl="3" eaLnBrk="1" hangingPunct="1"/>
            <a:r>
              <a:rPr lang="en-US" altLang="en-US" sz="2400" dirty="0">
                <a:solidFill>
                  <a:schemeClr val="tx1"/>
                </a:solidFill>
                <a:latin typeface="Times New Roman" charset="0"/>
                <a:ea typeface="Times New Roman" charset="0"/>
                <a:cs typeface="Times New Roman" charset="0"/>
              </a:rPr>
              <a:t>Distinction between Americanos and Spanish</a:t>
            </a:r>
          </a:p>
          <a:p>
            <a:pPr lvl="3" eaLnBrk="1" hangingPunct="1"/>
            <a:r>
              <a:rPr lang="en-US" altLang="en-US" sz="2400" dirty="0">
                <a:solidFill>
                  <a:schemeClr val="tx1"/>
                </a:solidFill>
                <a:latin typeface="Times New Roman" charset="0"/>
                <a:ea typeface="Times New Roman" charset="0"/>
                <a:cs typeface="Times New Roman" charset="0"/>
              </a:rPr>
              <a:t>Folk dances seen as signifiers of national culture</a:t>
            </a:r>
          </a:p>
          <a:p>
            <a:pPr lvl="4" eaLnBrk="1" hangingPunct="1"/>
            <a:r>
              <a:rPr lang="en-US" altLang="en-US" sz="2400" dirty="0">
                <a:latin typeface="Times New Roman" charset="0"/>
                <a:ea typeface="Times New Roman" charset="0"/>
                <a:cs typeface="Times New Roman" charset="0"/>
              </a:rPr>
              <a:t>Mexico (</a:t>
            </a:r>
            <a:r>
              <a:rPr lang="en-US" altLang="en-US" sz="2400" dirty="0" err="1">
                <a:latin typeface="Times New Roman" charset="0"/>
                <a:ea typeface="Times New Roman" charset="0"/>
                <a:cs typeface="Times New Roman" charset="0"/>
              </a:rPr>
              <a:t>Jarabes</a:t>
            </a:r>
            <a:r>
              <a:rPr lang="en-US" altLang="en-US" sz="2400" dirty="0">
                <a:latin typeface="Times New Roman" charset="0"/>
                <a:ea typeface="Times New Roman" charset="0"/>
                <a:cs typeface="Times New Roman" charset="0"/>
              </a:rPr>
              <a:t>), Colombia (bambucos)</a:t>
            </a:r>
            <a:endParaRPr lang="en-US" altLang="en-US" sz="2400" dirty="0">
              <a:solidFill>
                <a:schemeClr val="tx1"/>
              </a:solidFill>
              <a:latin typeface="Times New Roman" charset="0"/>
              <a:ea typeface="Times New Roman" charset="0"/>
              <a:cs typeface="Times New Roman" charset="0"/>
            </a:endParaRPr>
          </a:p>
          <a:p>
            <a:pPr lvl="2" eaLnBrk="1" hangingPunct="1"/>
            <a:r>
              <a:rPr lang="en-US" altLang="en-US" dirty="0">
                <a:latin typeface="Times New Roman" charset="0"/>
                <a:ea typeface="Times New Roman" charset="0"/>
                <a:cs typeface="Times New Roman" charset="0"/>
              </a:rPr>
              <a:t>Latin American literature</a:t>
            </a:r>
          </a:p>
          <a:p>
            <a:pPr lvl="3" eaLnBrk="1" hangingPunct="1"/>
            <a:r>
              <a:rPr lang="en-US" altLang="en-US" sz="2400" dirty="0">
                <a:solidFill>
                  <a:schemeClr val="tx1"/>
                </a:solidFill>
                <a:latin typeface="Times New Roman" charset="0"/>
                <a:ea typeface="Times New Roman" charset="0"/>
                <a:cs typeface="Times New Roman" charset="0"/>
              </a:rPr>
              <a:t>Helped create national identity in mid-1800s</a:t>
            </a:r>
          </a:p>
          <a:p>
            <a:pPr lvl="3" eaLnBrk="1" hangingPunct="1"/>
            <a:r>
              <a:rPr lang="en-US" altLang="en-US" sz="2400" i="1" dirty="0" err="1">
                <a:solidFill>
                  <a:schemeClr val="tx1"/>
                </a:solidFill>
                <a:latin typeface="Times New Roman" charset="0"/>
                <a:ea typeface="Times New Roman" charset="0"/>
                <a:cs typeface="Times New Roman" charset="0"/>
              </a:rPr>
              <a:t>Costumbrismo</a:t>
            </a:r>
            <a:endParaRPr lang="en-US" altLang="en-US" sz="2400" i="1" dirty="0">
              <a:solidFill>
                <a:schemeClr val="tx1"/>
              </a:solidFill>
              <a:latin typeface="Times New Roman" charset="0"/>
              <a:ea typeface="Times New Roman" charset="0"/>
              <a:cs typeface="Times New Roman" charset="0"/>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1" name="Title 1"/>
          <p:cNvSpPr>
            <a:spLocks noGrp="1"/>
          </p:cNvSpPr>
          <p:nvPr>
            <p:ph type="title"/>
          </p:nvPr>
        </p:nvSpPr>
        <p:spPr/>
        <p:txBody>
          <a:bodyPr/>
          <a:lstStyle/>
          <a:p>
            <a:pPr eaLnBrk="1" hangingPunct="1"/>
            <a:r>
              <a:rPr lang="en-US" altLang="en-US" dirty="0">
                <a:solidFill>
                  <a:schemeClr val="tx1"/>
                </a:solidFill>
                <a:latin typeface="Times New Roman" charset="0"/>
                <a:ea typeface="Times New Roman" charset="0"/>
                <a:cs typeface="Times New Roman" charset="0"/>
              </a:rPr>
              <a:t>Nativism and Unrest</a:t>
            </a:r>
          </a:p>
        </p:txBody>
      </p:sp>
      <p:sp>
        <p:nvSpPr>
          <p:cNvPr id="46082" name="Content Placeholder 2"/>
          <p:cNvSpPr>
            <a:spLocks noGrp="1"/>
          </p:cNvSpPr>
          <p:nvPr>
            <p:ph idx="1"/>
          </p:nvPr>
        </p:nvSpPr>
        <p:spPr/>
        <p:txBody>
          <a:bodyPr/>
          <a:lstStyle/>
          <a:p>
            <a:pPr lvl="1" eaLnBrk="1" hangingPunct="1"/>
            <a:r>
              <a:rPr lang="en-US" altLang="en-US" dirty="0">
                <a:solidFill>
                  <a:schemeClr val="tx1"/>
                </a:solidFill>
                <a:latin typeface="Times New Roman" charset="0"/>
                <a:ea typeface="Times New Roman" charset="0"/>
                <a:cs typeface="Times New Roman" charset="0"/>
              </a:rPr>
              <a:t>Nativism </a:t>
            </a:r>
          </a:p>
          <a:p>
            <a:pPr lvl="2" eaLnBrk="1" hangingPunct="1"/>
            <a:r>
              <a:rPr lang="en-US" altLang="en-US" dirty="0">
                <a:latin typeface="Times New Roman" charset="0"/>
                <a:ea typeface="Times New Roman" charset="0"/>
                <a:cs typeface="Times New Roman" charset="0"/>
              </a:rPr>
              <a:t>Expulsion of Spaniards from Mexico</a:t>
            </a:r>
          </a:p>
          <a:p>
            <a:pPr lvl="2" eaLnBrk="1" hangingPunct="1"/>
            <a:r>
              <a:rPr lang="en-US" altLang="en-US" i="1" dirty="0">
                <a:latin typeface="Times New Roman" charset="0"/>
                <a:ea typeface="Times New Roman" charset="0"/>
                <a:cs typeface="Times New Roman" charset="0"/>
              </a:rPr>
              <a:t>Rosista</a:t>
            </a:r>
            <a:r>
              <a:rPr lang="en-US" altLang="en-US" dirty="0">
                <a:latin typeface="Times New Roman" charset="0"/>
                <a:ea typeface="Times New Roman" charset="0"/>
                <a:cs typeface="Times New Roman" charset="0"/>
              </a:rPr>
              <a:t> publicists created Pancho Lugares</a:t>
            </a:r>
          </a:p>
          <a:p>
            <a:pPr lvl="1" eaLnBrk="1" hangingPunct="1"/>
            <a:r>
              <a:rPr lang="en-US" altLang="en-US" dirty="0">
                <a:solidFill>
                  <a:schemeClr val="tx1"/>
                </a:solidFill>
                <a:latin typeface="Times New Roman" charset="0"/>
                <a:ea typeface="Times New Roman" charset="0"/>
                <a:cs typeface="Times New Roman" charset="0"/>
              </a:rPr>
              <a:t>Lower-class unrest</a:t>
            </a:r>
          </a:p>
          <a:p>
            <a:pPr lvl="2" eaLnBrk="1" hangingPunct="1"/>
            <a:r>
              <a:rPr lang="en-US" altLang="en-US" dirty="0">
                <a:latin typeface="Times New Roman" charset="0"/>
                <a:ea typeface="Times New Roman" charset="0"/>
                <a:cs typeface="Times New Roman" charset="0"/>
              </a:rPr>
              <a:t>Few challenges to elite, Creole authority</a:t>
            </a:r>
          </a:p>
          <a:p>
            <a:pPr lvl="2" eaLnBrk="1" hangingPunct="1"/>
            <a:r>
              <a:rPr lang="en-US" altLang="en-US" dirty="0">
                <a:latin typeface="Times New Roman" charset="0"/>
                <a:ea typeface="Times New Roman" charset="0"/>
                <a:cs typeface="Times New Roman" charset="0"/>
              </a:rPr>
              <a:t>Caste War of Yucatán</a:t>
            </a:r>
          </a:p>
          <a:p>
            <a:pPr lvl="2" eaLnBrk="1" hangingPunct="1"/>
            <a:r>
              <a:rPr lang="en-US" altLang="en-US" dirty="0">
                <a:latin typeface="Times New Roman" charset="0"/>
                <a:ea typeface="Times New Roman" charset="0"/>
                <a:cs typeface="Times New Roman" charset="0"/>
              </a:rPr>
              <a:t>Bahian slave conspiracy, 1835</a:t>
            </a:r>
          </a:p>
          <a:p>
            <a:pPr eaLnBrk="1" hangingPunct="1">
              <a:buFont typeface="Wingdings" charset="2"/>
              <a:buNone/>
            </a:pPr>
            <a:endParaRPr lang="en-US" altLang="en-US" dirty="0">
              <a:latin typeface="Times New Roman" charset="0"/>
              <a:ea typeface="Times New Roman" charset="0"/>
              <a:cs typeface="Times New Roman" charset="0"/>
            </a:endParaRP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29" name="Title 1"/>
          <p:cNvSpPr>
            <a:spLocks noGrp="1"/>
          </p:cNvSpPr>
          <p:nvPr>
            <p:ph type="title"/>
          </p:nvPr>
        </p:nvSpPr>
        <p:spPr/>
        <p:txBody>
          <a:bodyPr/>
          <a:lstStyle/>
          <a:p>
            <a:pPr eaLnBrk="1" hangingPunct="1"/>
            <a:r>
              <a:rPr lang="en-US" altLang="en-US" dirty="0">
                <a:solidFill>
                  <a:schemeClr val="tx1"/>
                </a:solidFill>
                <a:latin typeface="Times New Roman" charset="0"/>
                <a:ea typeface="Times New Roman" charset="0"/>
                <a:cs typeface="Times New Roman" charset="0"/>
              </a:rPr>
              <a:t>Cultural Hegemony</a:t>
            </a:r>
          </a:p>
        </p:txBody>
      </p:sp>
      <p:sp>
        <p:nvSpPr>
          <p:cNvPr id="48130" name="Content Placeholder 2"/>
          <p:cNvSpPr>
            <a:spLocks noGrp="1"/>
          </p:cNvSpPr>
          <p:nvPr>
            <p:ph idx="1"/>
          </p:nvPr>
        </p:nvSpPr>
        <p:spPr/>
        <p:txBody>
          <a:bodyPr/>
          <a:lstStyle/>
          <a:p>
            <a:pPr lvl="1" eaLnBrk="1" hangingPunct="1"/>
            <a:r>
              <a:rPr lang="en-US" altLang="en-US" dirty="0">
                <a:solidFill>
                  <a:schemeClr val="tx1"/>
                </a:solidFill>
                <a:latin typeface="Times New Roman" charset="0"/>
                <a:ea typeface="Times New Roman" charset="0"/>
                <a:cs typeface="Times New Roman" charset="0"/>
              </a:rPr>
              <a:t>White minority rule</a:t>
            </a:r>
          </a:p>
          <a:p>
            <a:pPr lvl="1" eaLnBrk="1" hangingPunct="1"/>
            <a:r>
              <a:rPr lang="en-US" altLang="en-US" dirty="0">
                <a:solidFill>
                  <a:schemeClr val="tx1"/>
                </a:solidFill>
                <a:latin typeface="Times New Roman" charset="0"/>
                <a:ea typeface="Times New Roman" charset="0"/>
                <a:cs typeface="Times New Roman" charset="0"/>
              </a:rPr>
              <a:t>Relied on the idea of </a:t>
            </a:r>
            <a:r>
              <a:rPr lang="ja-JP" altLang="en-US" dirty="0">
                <a:solidFill>
                  <a:schemeClr val="tx1"/>
                </a:solidFill>
                <a:latin typeface="Times New Roman" charset="0"/>
                <a:ea typeface="Times New Roman" charset="0"/>
                <a:cs typeface="Times New Roman" charset="0"/>
              </a:rPr>
              <a:t>“</a:t>
            </a:r>
            <a:r>
              <a:rPr lang="en-US" altLang="ja-JP" dirty="0">
                <a:solidFill>
                  <a:schemeClr val="tx1"/>
                </a:solidFill>
                <a:latin typeface="Times New Roman" charset="0"/>
                <a:ea typeface="Times New Roman" charset="0"/>
                <a:cs typeface="Times New Roman" charset="0"/>
              </a:rPr>
              <a:t>civilization</a:t>
            </a:r>
            <a:r>
              <a:rPr lang="ja-JP" altLang="en-US" dirty="0">
                <a:solidFill>
                  <a:schemeClr val="tx1"/>
                </a:solidFill>
                <a:latin typeface="Times New Roman" charset="0"/>
                <a:ea typeface="Times New Roman" charset="0"/>
                <a:cs typeface="Times New Roman" charset="0"/>
              </a:rPr>
              <a:t>”</a:t>
            </a:r>
            <a:r>
              <a:rPr lang="en-US" altLang="ja-JP" dirty="0">
                <a:solidFill>
                  <a:schemeClr val="tx1"/>
                </a:solidFill>
                <a:latin typeface="Times New Roman" charset="0"/>
                <a:ea typeface="Times New Roman" charset="0"/>
                <a:cs typeface="Times New Roman" charset="0"/>
              </a:rPr>
              <a:t> for control</a:t>
            </a:r>
          </a:p>
          <a:p>
            <a:pPr lvl="2" eaLnBrk="1" hangingPunct="1"/>
            <a:r>
              <a:rPr lang="en-US" altLang="ja-JP" dirty="0">
                <a:latin typeface="Times New Roman" charset="0"/>
                <a:ea typeface="Times New Roman" charset="0"/>
                <a:cs typeface="Times New Roman" charset="0"/>
              </a:rPr>
              <a:t>Connected to Europe</a:t>
            </a:r>
            <a:endParaRPr lang="en-US" altLang="ja-JP" dirty="0">
              <a:solidFill>
                <a:schemeClr val="tx1"/>
              </a:solidFill>
              <a:latin typeface="Times New Roman" charset="0"/>
              <a:ea typeface="Times New Roman" charset="0"/>
              <a:cs typeface="Times New Roman" charset="0"/>
            </a:endParaRPr>
          </a:p>
          <a:p>
            <a:pPr lvl="1" eaLnBrk="1" hangingPunct="1"/>
            <a:r>
              <a:rPr lang="en-US" altLang="en-US" dirty="0">
                <a:solidFill>
                  <a:schemeClr val="tx1"/>
                </a:solidFill>
                <a:latin typeface="Times New Roman" charset="0"/>
                <a:ea typeface="Times New Roman" charset="0"/>
                <a:cs typeface="Times New Roman" charset="0"/>
              </a:rPr>
              <a:t>Writing in Spanish and Portuguese</a:t>
            </a:r>
          </a:p>
          <a:p>
            <a:pPr lvl="2" eaLnBrk="1" hangingPunct="1"/>
            <a:r>
              <a:rPr lang="en-US" altLang="en-US" dirty="0">
                <a:latin typeface="Times New Roman" charset="0"/>
                <a:ea typeface="Times New Roman" charset="0"/>
                <a:cs typeface="Times New Roman" charset="0"/>
              </a:rPr>
              <a:t>These were the languages of the law.</a:t>
            </a:r>
          </a:p>
          <a:p>
            <a:pPr lvl="2" eaLnBrk="1" hangingPunct="1"/>
            <a:r>
              <a:rPr lang="en-US" altLang="en-US" dirty="0">
                <a:solidFill>
                  <a:schemeClr val="tx1"/>
                </a:solidFill>
                <a:latin typeface="Times New Roman" charset="0"/>
                <a:ea typeface="Times New Roman" charset="0"/>
                <a:cs typeface="Times New Roman" charset="0"/>
              </a:rPr>
              <a:t>Most Latin Americans could not </a:t>
            </a:r>
            <a:r>
              <a:rPr lang="en-US" altLang="en-US" dirty="0">
                <a:latin typeface="Times New Roman" charset="0"/>
                <a:ea typeface="Times New Roman" charset="0"/>
                <a:cs typeface="Times New Roman" charset="0"/>
              </a:rPr>
              <a:t>read or write in early decades of independence.</a:t>
            </a:r>
          </a:p>
          <a:p>
            <a:pPr lvl="2" eaLnBrk="1" hangingPunct="1"/>
            <a:endParaRPr lang="en-US" altLang="en-US" dirty="0">
              <a:solidFill>
                <a:schemeClr val="tx1"/>
              </a:solidFill>
              <a:latin typeface="Times New Roman" charset="0"/>
              <a:ea typeface="Times New Roman" charset="0"/>
              <a:cs typeface="Times New Roman" charset="0"/>
            </a:endParaRP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177" name="Title 1"/>
          <p:cNvSpPr>
            <a:spLocks noGrp="1"/>
          </p:cNvSpPr>
          <p:nvPr>
            <p:ph type="title"/>
          </p:nvPr>
        </p:nvSpPr>
        <p:spPr/>
        <p:txBody>
          <a:bodyPr/>
          <a:lstStyle/>
          <a:p>
            <a:pPr eaLnBrk="1" hangingPunct="1"/>
            <a:r>
              <a:rPr lang="en-US" altLang="en-US" dirty="0">
                <a:solidFill>
                  <a:schemeClr val="tx1"/>
                </a:solidFill>
                <a:latin typeface="Times New Roman" charset="0"/>
                <a:ea typeface="Times New Roman" charset="0"/>
                <a:cs typeface="Times New Roman" charset="0"/>
              </a:rPr>
              <a:t>Lives of Women</a:t>
            </a:r>
          </a:p>
        </p:txBody>
      </p:sp>
      <p:sp>
        <p:nvSpPr>
          <p:cNvPr id="50178" name="Content Placeholder 2"/>
          <p:cNvSpPr>
            <a:spLocks noGrp="1"/>
          </p:cNvSpPr>
          <p:nvPr>
            <p:ph idx="1"/>
          </p:nvPr>
        </p:nvSpPr>
        <p:spPr/>
        <p:txBody>
          <a:bodyPr/>
          <a:lstStyle/>
          <a:p>
            <a:pPr lvl="1" eaLnBrk="1" hangingPunct="1"/>
            <a:r>
              <a:rPr lang="en-US" altLang="en-US" dirty="0">
                <a:solidFill>
                  <a:schemeClr val="tx1"/>
                </a:solidFill>
                <a:latin typeface="Times New Roman" charset="0"/>
                <a:ea typeface="Times New Roman" charset="0"/>
                <a:cs typeface="Times New Roman" charset="0"/>
              </a:rPr>
              <a:t>Women excluded from major changes of independence</a:t>
            </a:r>
          </a:p>
          <a:p>
            <a:pPr lvl="1" eaLnBrk="1" hangingPunct="1"/>
            <a:r>
              <a:rPr lang="en-US" altLang="en-US" dirty="0">
                <a:solidFill>
                  <a:schemeClr val="tx1"/>
                </a:solidFill>
                <a:latin typeface="Times New Roman" charset="0"/>
                <a:ea typeface="Times New Roman" charset="0"/>
                <a:cs typeface="Times New Roman" charset="0"/>
              </a:rPr>
              <a:t>Achieved fame by connections to powerful men or by breaking gender rules, or both</a:t>
            </a:r>
          </a:p>
          <a:p>
            <a:pPr lvl="2" eaLnBrk="1" hangingPunct="1"/>
            <a:r>
              <a:rPr lang="en-US" altLang="en-US" dirty="0">
                <a:latin typeface="Times New Roman" charset="0"/>
                <a:ea typeface="Times New Roman" charset="0"/>
                <a:cs typeface="Times New Roman" charset="0"/>
              </a:rPr>
              <a:t>Domitila de Castro</a:t>
            </a:r>
          </a:p>
          <a:p>
            <a:pPr lvl="2" eaLnBrk="1" hangingPunct="1"/>
            <a:r>
              <a:rPr lang="en-US" altLang="en-US" dirty="0">
                <a:latin typeface="Times New Roman" charset="0"/>
                <a:ea typeface="Times New Roman" charset="0"/>
                <a:cs typeface="Times New Roman" charset="0"/>
              </a:rPr>
              <a:t>Encarnación Ezcurra</a:t>
            </a:r>
          </a:p>
          <a:p>
            <a:pPr lvl="2" eaLnBrk="1" hangingPunct="1"/>
            <a:r>
              <a:rPr lang="en-US" altLang="en-US" dirty="0">
                <a:latin typeface="Times New Roman" charset="0"/>
                <a:ea typeface="Times New Roman" charset="0"/>
                <a:cs typeface="Times New Roman" charset="0"/>
              </a:rPr>
              <a:t>Camila O</a:t>
            </a:r>
            <a:r>
              <a:rPr lang="ja-JP" altLang="en-US">
                <a:latin typeface="Times New Roman" charset="0"/>
                <a:ea typeface="Times New Roman" charset="0"/>
                <a:cs typeface="Times New Roman" charset="0"/>
              </a:rPr>
              <a:t>’</a:t>
            </a:r>
            <a:r>
              <a:rPr lang="en-US" altLang="ja-JP" dirty="0">
                <a:latin typeface="Times New Roman" charset="0"/>
                <a:ea typeface="Times New Roman" charset="0"/>
                <a:cs typeface="Times New Roman" charset="0"/>
              </a:rPr>
              <a:t>Gorman</a:t>
            </a: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225" name="Title 1"/>
          <p:cNvSpPr>
            <a:spLocks noGrp="1"/>
          </p:cNvSpPr>
          <p:nvPr>
            <p:ph type="title"/>
          </p:nvPr>
        </p:nvSpPr>
        <p:spPr/>
        <p:txBody>
          <a:bodyPr/>
          <a:lstStyle/>
          <a:p>
            <a:pPr eaLnBrk="1" hangingPunct="1"/>
            <a:r>
              <a:rPr lang="en-US" altLang="en-US" dirty="0">
                <a:solidFill>
                  <a:schemeClr val="tx1"/>
                </a:solidFill>
                <a:latin typeface="Times New Roman" charset="0"/>
                <a:ea typeface="Times New Roman" charset="0"/>
                <a:cs typeface="Times New Roman" charset="0"/>
              </a:rPr>
              <a:t>Patriarchal Rule</a:t>
            </a:r>
          </a:p>
        </p:txBody>
      </p:sp>
      <p:sp>
        <p:nvSpPr>
          <p:cNvPr id="52226" name="Content Placeholder 2"/>
          <p:cNvSpPr>
            <a:spLocks noGrp="1"/>
          </p:cNvSpPr>
          <p:nvPr>
            <p:ph idx="1"/>
          </p:nvPr>
        </p:nvSpPr>
        <p:spPr/>
        <p:txBody>
          <a:bodyPr/>
          <a:lstStyle/>
          <a:p>
            <a:pPr marL="854075" lvl="2" indent="-336550" eaLnBrk="1" hangingPunct="1">
              <a:buFont typeface="Arial" pitchFamily="34" charset="0"/>
              <a:buChar char="•"/>
            </a:pPr>
            <a:r>
              <a:rPr lang="en-US" altLang="en-US" sz="2800" dirty="0">
                <a:latin typeface="Times New Roman" charset="0"/>
                <a:ea typeface="Times New Roman" charset="0"/>
                <a:cs typeface="Times New Roman" charset="0"/>
              </a:rPr>
              <a:t>Women remained largely confined to home life.</a:t>
            </a:r>
          </a:p>
          <a:p>
            <a:pPr marL="854075" lvl="2" indent="-336550" eaLnBrk="1" hangingPunct="1">
              <a:buFont typeface="Arial" pitchFamily="34" charset="0"/>
              <a:buChar char="•"/>
            </a:pPr>
            <a:r>
              <a:rPr lang="en-US" altLang="en-US" sz="2800" dirty="0">
                <a:latin typeface="Times New Roman" charset="0"/>
                <a:ea typeface="Times New Roman" charset="0"/>
                <a:cs typeface="Times New Roman" charset="0"/>
              </a:rPr>
              <a:t>Poor women worked in homes of elites.</a:t>
            </a:r>
          </a:p>
          <a:p>
            <a:pPr marL="854075" lvl="2" indent="-336550" eaLnBrk="1" hangingPunct="1">
              <a:buFont typeface="Arial" pitchFamily="34" charset="0"/>
              <a:buChar char="•"/>
            </a:pPr>
            <a:r>
              <a:rPr lang="en-US" altLang="en-US" sz="2800" dirty="0">
                <a:latin typeface="Times New Roman" charset="0"/>
                <a:ea typeface="Times New Roman" charset="0"/>
                <a:cs typeface="Times New Roman" charset="0"/>
              </a:rPr>
              <a:t>Prostitution was a standard feature of urban life.</a:t>
            </a:r>
          </a:p>
          <a:p>
            <a:pPr marL="854075" lvl="2" indent="-336550" eaLnBrk="1" hangingPunct="1">
              <a:buFont typeface="Arial" pitchFamily="34" charset="0"/>
              <a:buChar char="•"/>
            </a:pPr>
            <a:r>
              <a:rPr lang="en-US" altLang="en-US" sz="2800" dirty="0">
                <a:latin typeface="Times New Roman" charset="0"/>
                <a:ea typeface="Times New Roman" charset="0"/>
                <a:cs typeface="Times New Roman" charset="0"/>
              </a:rPr>
              <a:t>Eugenia Castro</a:t>
            </a:r>
          </a:p>
          <a:p>
            <a:pPr marL="854075" lvl="2" indent="-336550" eaLnBrk="1" hangingPunct="1">
              <a:buFont typeface="Arial" pitchFamily="34" charset="0"/>
              <a:buChar char="•"/>
            </a:pPr>
            <a:r>
              <a:rPr lang="en-US" altLang="en-US" sz="2800" dirty="0">
                <a:latin typeface="Times New Roman" charset="0"/>
                <a:ea typeface="Times New Roman" charset="0"/>
                <a:cs typeface="Times New Roman" charset="0"/>
              </a:rPr>
              <a:t>Upper-class women were confined by the honor system.</a:t>
            </a:r>
          </a:p>
          <a:p>
            <a:pPr eaLnBrk="1" hangingPunct="1">
              <a:buFont typeface="Wingdings" charset="2"/>
              <a:buNone/>
            </a:pPr>
            <a:endParaRPr lang="en-US" altLang="en-US" dirty="0">
              <a:latin typeface="Times New Roman" charset="0"/>
              <a:ea typeface="Times New Roman" charset="0"/>
              <a:cs typeface="Times New Roman" charset="0"/>
            </a:endParaRP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273" name="Title 1"/>
          <p:cNvSpPr>
            <a:spLocks noGrp="1"/>
          </p:cNvSpPr>
          <p:nvPr>
            <p:ph type="title"/>
          </p:nvPr>
        </p:nvSpPr>
        <p:spPr/>
        <p:txBody>
          <a:bodyPr/>
          <a:lstStyle/>
          <a:p>
            <a:pPr eaLnBrk="1" hangingPunct="1"/>
            <a:r>
              <a:rPr lang="en-US" altLang="en-US" dirty="0">
                <a:solidFill>
                  <a:schemeClr val="tx1"/>
                </a:solidFill>
                <a:latin typeface="Times New Roman" charset="0"/>
                <a:ea typeface="Times New Roman" charset="0"/>
                <a:cs typeface="Times New Roman" charset="0"/>
              </a:rPr>
              <a:t>The Caste System</a:t>
            </a:r>
          </a:p>
        </p:txBody>
      </p:sp>
      <p:sp>
        <p:nvSpPr>
          <p:cNvPr id="54274" name="Content Placeholder 2"/>
          <p:cNvSpPr>
            <a:spLocks noGrp="1"/>
          </p:cNvSpPr>
          <p:nvPr>
            <p:ph idx="1"/>
          </p:nvPr>
        </p:nvSpPr>
        <p:spPr/>
        <p:txBody>
          <a:bodyPr/>
          <a:lstStyle/>
          <a:p>
            <a:pPr lvl="1" eaLnBrk="1" hangingPunct="1"/>
            <a:r>
              <a:rPr lang="en-US" altLang="en-US" dirty="0">
                <a:solidFill>
                  <a:schemeClr val="tx1"/>
                </a:solidFill>
                <a:latin typeface="Times New Roman" charset="0"/>
                <a:ea typeface="Times New Roman" charset="0"/>
                <a:cs typeface="Times New Roman" charset="0"/>
              </a:rPr>
              <a:t>Caste system less rigid</a:t>
            </a:r>
          </a:p>
          <a:p>
            <a:pPr lvl="2" eaLnBrk="1" hangingPunct="1"/>
            <a:r>
              <a:rPr lang="en-US" altLang="en-US" dirty="0">
                <a:latin typeface="Times New Roman" charset="0"/>
                <a:ea typeface="Times New Roman" charset="0"/>
                <a:cs typeface="Times New Roman" charset="0"/>
              </a:rPr>
              <a:t>Depended on wealth</a:t>
            </a:r>
          </a:p>
          <a:p>
            <a:pPr lvl="2" eaLnBrk="1" hangingPunct="1"/>
            <a:r>
              <a:rPr lang="en-US" altLang="en-US" dirty="0">
                <a:latin typeface="Times New Roman" charset="0"/>
                <a:ea typeface="Times New Roman" charset="0"/>
                <a:cs typeface="Times New Roman" charset="0"/>
              </a:rPr>
              <a:t>Multiple racial categories were collapsing.</a:t>
            </a:r>
          </a:p>
          <a:p>
            <a:pPr lvl="2" eaLnBrk="1" hangingPunct="1"/>
            <a:r>
              <a:rPr lang="en-US" altLang="en-US" dirty="0">
                <a:latin typeface="Times New Roman" charset="0"/>
                <a:ea typeface="Times New Roman" charset="0"/>
                <a:cs typeface="Times New Roman" charset="0"/>
              </a:rPr>
              <a:t>Two basic class categories</a:t>
            </a:r>
          </a:p>
          <a:p>
            <a:pPr lvl="3" eaLnBrk="1" hangingPunct="1"/>
            <a:r>
              <a:rPr lang="en-US" altLang="en-US" sz="2400" dirty="0">
                <a:solidFill>
                  <a:schemeClr val="tx1"/>
                </a:solidFill>
                <a:latin typeface="Times New Roman" charset="0"/>
                <a:ea typeface="Times New Roman" charset="0"/>
                <a:cs typeface="Times New Roman" charset="0"/>
              </a:rPr>
              <a:t>Mostly white, wealthy at top</a:t>
            </a:r>
          </a:p>
          <a:p>
            <a:pPr lvl="3" eaLnBrk="1" hangingPunct="1"/>
            <a:r>
              <a:rPr lang="ja-JP" altLang="en-US" sz="2400">
                <a:solidFill>
                  <a:schemeClr val="tx1"/>
                </a:solidFill>
                <a:latin typeface="Times New Roman" charset="0"/>
                <a:ea typeface="Times New Roman" charset="0"/>
                <a:cs typeface="Times New Roman" charset="0"/>
              </a:rPr>
              <a:t>“</a:t>
            </a:r>
            <a:r>
              <a:rPr lang="en-US" altLang="ja-JP" sz="2400" dirty="0">
                <a:solidFill>
                  <a:schemeClr val="tx1"/>
                </a:solidFill>
                <a:latin typeface="Times New Roman" charset="0"/>
                <a:ea typeface="Times New Roman" charset="0"/>
                <a:cs typeface="Times New Roman" charset="0"/>
              </a:rPr>
              <a:t>El pueblo</a:t>
            </a:r>
            <a:r>
              <a:rPr lang="ja-JP" altLang="en-US" sz="2400">
                <a:solidFill>
                  <a:schemeClr val="tx1"/>
                </a:solidFill>
                <a:latin typeface="Times New Roman" charset="0"/>
                <a:ea typeface="Times New Roman" charset="0"/>
                <a:cs typeface="Times New Roman" charset="0"/>
              </a:rPr>
              <a:t>”</a:t>
            </a:r>
            <a:r>
              <a:rPr lang="en-US" altLang="ja-JP" sz="2400" dirty="0">
                <a:solidFill>
                  <a:schemeClr val="tx1"/>
                </a:solidFill>
                <a:latin typeface="Times New Roman" charset="0"/>
                <a:ea typeface="Times New Roman" charset="0"/>
                <a:cs typeface="Times New Roman" charset="0"/>
              </a:rPr>
              <a:t> or </a:t>
            </a:r>
            <a:r>
              <a:rPr lang="ja-JP" altLang="en-US" sz="2400">
                <a:solidFill>
                  <a:schemeClr val="tx1"/>
                </a:solidFill>
                <a:latin typeface="Times New Roman" charset="0"/>
                <a:ea typeface="Times New Roman" charset="0"/>
                <a:cs typeface="Times New Roman" charset="0"/>
              </a:rPr>
              <a:t>“</a:t>
            </a:r>
            <a:r>
              <a:rPr lang="en-US" altLang="ja-JP" sz="2400" dirty="0">
                <a:solidFill>
                  <a:schemeClr val="tx1"/>
                </a:solidFill>
                <a:latin typeface="Times New Roman" charset="0"/>
                <a:ea typeface="Times New Roman" charset="0"/>
                <a:cs typeface="Times New Roman" charset="0"/>
              </a:rPr>
              <a:t>o povo</a:t>
            </a:r>
            <a:r>
              <a:rPr lang="ja-JP" altLang="en-US" sz="2400">
                <a:solidFill>
                  <a:schemeClr val="tx1"/>
                </a:solidFill>
                <a:latin typeface="Times New Roman" charset="0"/>
                <a:ea typeface="Times New Roman" charset="0"/>
                <a:cs typeface="Times New Roman" charset="0"/>
              </a:rPr>
              <a:t>”</a:t>
            </a:r>
            <a:r>
              <a:rPr lang="en-US" altLang="ja-JP" sz="2400" dirty="0">
                <a:solidFill>
                  <a:schemeClr val="tx1"/>
                </a:solidFill>
                <a:latin typeface="Times New Roman" charset="0"/>
                <a:ea typeface="Times New Roman" charset="0"/>
                <a:cs typeface="Times New Roman" charset="0"/>
              </a:rPr>
              <a:t> — the people</a:t>
            </a:r>
          </a:p>
          <a:p>
            <a:pPr lvl="2" eaLnBrk="1" hangingPunct="1"/>
            <a:r>
              <a:rPr lang="en-US" altLang="en-US" dirty="0">
                <a:latin typeface="Times New Roman" charset="0"/>
                <a:ea typeface="Times New Roman" charset="0"/>
                <a:cs typeface="Times New Roman" charset="0"/>
              </a:rPr>
              <a:t>Upper class defended their position harshly</a:t>
            </a:r>
          </a:p>
          <a:p>
            <a:pPr lvl="3" eaLnBrk="1" hangingPunct="1"/>
            <a:r>
              <a:rPr lang="en-US" altLang="en-US" sz="2400" dirty="0">
                <a:solidFill>
                  <a:schemeClr val="tx1"/>
                </a:solidFill>
                <a:latin typeface="Times New Roman" charset="0"/>
                <a:ea typeface="Times New Roman" charset="0"/>
                <a:cs typeface="Times New Roman" charset="0"/>
              </a:rPr>
              <a:t>Strict standards of behavior and fashion</a:t>
            </a:r>
          </a:p>
          <a:p>
            <a:pPr lvl="3" eaLnBrk="1" hangingPunct="1"/>
            <a:r>
              <a:rPr lang="en-US" altLang="en-US" sz="2400" dirty="0">
                <a:solidFill>
                  <a:schemeClr val="tx1"/>
                </a:solidFill>
                <a:latin typeface="Times New Roman" charset="0"/>
                <a:ea typeface="Times New Roman" charset="0"/>
                <a:cs typeface="Times New Roman" charset="0"/>
              </a:rPr>
              <a:t>Based on European models</a:t>
            </a: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321" name="Title 1"/>
          <p:cNvSpPr>
            <a:spLocks noGrp="1"/>
          </p:cNvSpPr>
          <p:nvPr>
            <p:ph type="title"/>
          </p:nvPr>
        </p:nvSpPr>
        <p:spPr/>
        <p:txBody>
          <a:bodyPr/>
          <a:lstStyle/>
          <a:p>
            <a:pPr eaLnBrk="1" hangingPunct="1"/>
            <a:r>
              <a:rPr lang="en-US" altLang="en-US" dirty="0">
                <a:solidFill>
                  <a:schemeClr val="tx1"/>
                </a:solidFill>
                <a:latin typeface="Times New Roman" charset="0"/>
                <a:ea typeface="Times New Roman" charset="0"/>
                <a:cs typeface="Times New Roman" charset="0"/>
              </a:rPr>
              <a:t>The Power of Outsiders </a:t>
            </a:r>
          </a:p>
        </p:txBody>
      </p:sp>
      <p:sp>
        <p:nvSpPr>
          <p:cNvPr id="56322" name="Content Placeholder 2"/>
          <p:cNvSpPr>
            <a:spLocks noGrp="1"/>
          </p:cNvSpPr>
          <p:nvPr>
            <p:ph idx="1"/>
          </p:nvPr>
        </p:nvSpPr>
        <p:spPr/>
        <p:txBody>
          <a:bodyPr/>
          <a:lstStyle/>
          <a:p>
            <a:pPr marL="800100" lvl="1" indent="-457200" eaLnBrk="1" hangingPunct="1"/>
            <a:r>
              <a:rPr lang="en-US" altLang="en-US" dirty="0">
                <a:solidFill>
                  <a:schemeClr val="tx1"/>
                </a:solidFill>
                <a:latin typeface="Times New Roman" charset="0"/>
                <a:ea typeface="Times New Roman" charset="0"/>
                <a:cs typeface="Times New Roman" charset="0"/>
              </a:rPr>
              <a:t>Latin American republics remained oriented toward England, France, and the United States. </a:t>
            </a:r>
          </a:p>
          <a:p>
            <a:pPr marL="800100" lvl="1" indent="-457200" eaLnBrk="1" hangingPunct="1"/>
            <a:r>
              <a:rPr lang="en-US" altLang="en-US" dirty="0">
                <a:solidFill>
                  <a:schemeClr val="tx1"/>
                </a:solidFill>
                <a:latin typeface="Times New Roman" charset="0"/>
                <a:ea typeface="Times New Roman" charset="0"/>
                <a:cs typeface="Times New Roman" charset="0"/>
              </a:rPr>
              <a:t>For liberals, these epitomized progress and civilization.</a:t>
            </a:r>
          </a:p>
          <a:p>
            <a:pPr marL="800100" lvl="1" indent="-457200" eaLnBrk="1" hangingPunct="1"/>
            <a:r>
              <a:rPr lang="en-US" altLang="en-US" dirty="0">
                <a:solidFill>
                  <a:schemeClr val="tx1"/>
                </a:solidFill>
                <a:latin typeface="Times New Roman" charset="0"/>
                <a:ea typeface="Times New Roman" charset="0"/>
                <a:cs typeface="Times New Roman" charset="0"/>
              </a:rPr>
              <a:t>Monroe Doctrine – US called for “European hands off” the Americas</a:t>
            </a:r>
          </a:p>
          <a:p>
            <a:pPr marL="1200150" lvl="2" indent="-457200" eaLnBrk="1" hangingPunct="1"/>
            <a:r>
              <a:rPr lang="en-US" altLang="en-US" dirty="0">
                <a:latin typeface="Times New Roman" charset="0"/>
                <a:ea typeface="Times New Roman" charset="0"/>
                <a:cs typeface="Times New Roman" charset="0"/>
              </a:rPr>
              <a:t>Remained mostly theoretical in the early decades</a:t>
            </a:r>
            <a:endParaRPr lang="en-US" altLang="en-US" dirty="0">
              <a:solidFill>
                <a:schemeClr val="tx1"/>
              </a:solidFill>
              <a:latin typeface="Times New Roman" charset="0"/>
              <a:ea typeface="Times New Roman" charset="0"/>
              <a:cs typeface="Times New Roman" charset="0"/>
            </a:endParaRP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369" name="Title 1"/>
          <p:cNvSpPr>
            <a:spLocks noGrp="1"/>
          </p:cNvSpPr>
          <p:nvPr>
            <p:ph type="title"/>
          </p:nvPr>
        </p:nvSpPr>
        <p:spPr/>
        <p:txBody>
          <a:bodyPr/>
          <a:lstStyle/>
          <a:p>
            <a:pPr eaLnBrk="1" hangingPunct="1"/>
            <a:r>
              <a:rPr lang="en-US" altLang="en-US" dirty="0">
                <a:solidFill>
                  <a:schemeClr val="tx1"/>
                </a:solidFill>
                <a:latin typeface="Times New Roman" charset="0"/>
                <a:ea typeface="Times New Roman" charset="0"/>
                <a:cs typeface="Times New Roman" charset="0"/>
              </a:rPr>
              <a:t>International Trade</a:t>
            </a:r>
          </a:p>
        </p:txBody>
      </p:sp>
      <p:sp>
        <p:nvSpPr>
          <p:cNvPr id="58370" name="Content Placeholder 2"/>
          <p:cNvSpPr>
            <a:spLocks noGrp="1"/>
          </p:cNvSpPr>
          <p:nvPr>
            <p:ph idx="1"/>
          </p:nvPr>
        </p:nvSpPr>
        <p:spPr/>
        <p:txBody>
          <a:bodyPr/>
          <a:lstStyle/>
          <a:p>
            <a:pPr lvl="1" eaLnBrk="1" hangingPunct="1"/>
            <a:r>
              <a:rPr lang="en-US" altLang="en-US" dirty="0">
                <a:solidFill>
                  <a:schemeClr val="tx1"/>
                </a:solidFill>
                <a:latin typeface="Times New Roman" charset="0"/>
                <a:ea typeface="Times New Roman" charset="0"/>
                <a:cs typeface="Times New Roman" charset="0"/>
              </a:rPr>
              <a:t>Strong desire for trade with these countries</a:t>
            </a:r>
            <a:endParaRPr lang="en-US" altLang="en-US" sz="5400" dirty="0">
              <a:solidFill>
                <a:schemeClr val="tx1"/>
              </a:solidFill>
              <a:latin typeface="Times New Roman" charset="0"/>
              <a:ea typeface="Times New Roman" charset="0"/>
              <a:cs typeface="Times New Roman" charset="0"/>
            </a:endParaRPr>
          </a:p>
          <a:p>
            <a:pPr lvl="2" eaLnBrk="1" hangingPunct="1"/>
            <a:r>
              <a:rPr lang="en-US" altLang="en-US" dirty="0">
                <a:latin typeface="Times New Roman" charset="0"/>
                <a:ea typeface="Times New Roman" charset="0"/>
                <a:cs typeface="Times New Roman" charset="0"/>
              </a:rPr>
              <a:t>Peru</a:t>
            </a:r>
            <a:r>
              <a:rPr lang="ja-JP" altLang="en-US" dirty="0">
                <a:latin typeface="Times New Roman" charset="0"/>
                <a:ea typeface="Times New Roman" charset="0"/>
                <a:cs typeface="Times New Roman" charset="0"/>
              </a:rPr>
              <a:t>’</a:t>
            </a:r>
            <a:r>
              <a:rPr lang="en-US" altLang="ja-JP" dirty="0">
                <a:latin typeface="Times New Roman" charset="0"/>
                <a:ea typeface="Times New Roman" charset="0"/>
                <a:cs typeface="Times New Roman" charset="0"/>
              </a:rPr>
              <a:t>s </a:t>
            </a:r>
            <a:r>
              <a:rPr lang="en-US" altLang="ja-JP" i="1" dirty="0">
                <a:latin typeface="Times New Roman" charset="0"/>
                <a:ea typeface="Times New Roman" charset="0"/>
                <a:cs typeface="Times New Roman" charset="0"/>
              </a:rPr>
              <a:t>guano</a:t>
            </a:r>
            <a:r>
              <a:rPr lang="en-US" altLang="ja-JP" dirty="0">
                <a:latin typeface="Times New Roman" charset="0"/>
                <a:ea typeface="Times New Roman" charset="0"/>
                <a:cs typeface="Times New Roman" charset="0"/>
              </a:rPr>
              <a:t> boom 1840s</a:t>
            </a:r>
          </a:p>
          <a:p>
            <a:pPr lvl="3" eaLnBrk="1" hangingPunct="1"/>
            <a:r>
              <a:rPr lang="en-US" altLang="en-US" sz="2400" dirty="0">
                <a:solidFill>
                  <a:schemeClr val="tx1"/>
                </a:solidFill>
                <a:latin typeface="Times New Roman" charset="0"/>
                <a:ea typeface="Times New Roman" charset="0"/>
                <a:cs typeface="Times New Roman" charset="0"/>
              </a:rPr>
              <a:t>Export of nitrogen-rich fertilizer – seabird manure</a:t>
            </a:r>
          </a:p>
          <a:p>
            <a:pPr lvl="3" eaLnBrk="1" hangingPunct="1"/>
            <a:r>
              <a:rPr lang="en-US" altLang="en-US" sz="2400" dirty="0">
                <a:solidFill>
                  <a:schemeClr val="tx1"/>
                </a:solidFill>
                <a:latin typeface="Times New Roman" charset="0"/>
                <a:ea typeface="Times New Roman" charset="0"/>
                <a:cs typeface="Times New Roman" charset="0"/>
              </a:rPr>
              <a:t>Highly prized by European markets</a:t>
            </a:r>
          </a:p>
          <a:p>
            <a:pPr lvl="3" eaLnBrk="1" hangingPunct="1"/>
            <a:r>
              <a:rPr lang="en-US" altLang="en-US" sz="2400" dirty="0">
                <a:solidFill>
                  <a:schemeClr val="tx1"/>
                </a:solidFill>
                <a:latin typeface="Times New Roman" charset="0"/>
                <a:ea typeface="Times New Roman" charset="0"/>
                <a:cs typeface="Times New Roman" charset="0"/>
              </a:rPr>
              <a:t>Created foreign investment in Peru</a:t>
            </a:r>
          </a:p>
          <a:p>
            <a:pPr lvl="3" eaLnBrk="1" hangingPunct="1"/>
            <a:r>
              <a:rPr lang="en-US" altLang="en-US" sz="2400" dirty="0">
                <a:solidFill>
                  <a:schemeClr val="tx1"/>
                </a:solidFill>
                <a:latin typeface="Times New Roman" charset="0"/>
                <a:ea typeface="Times New Roman" charset="0"/>
                <a:cs typeface="Times New Roman" charset="0"/>
              </a:rPr>
              <a:t>Enriched the state</a:t>
            </a:r>
          </a:p>
          <a:p>
            <a:pPr lvl="4" eaLnBrk="1" hangingPunct="1"/>
            <a:r>
              <a:rPr lang="en-US" altLang="en-US" sz="2400" dirty="0">
                <a:latin typeface="Times New Roman" charset="0"/>
                <a:ea typeface="Times New Roman" charset="0"/>
                <a:cs typeface="Times New Roman" charset="0"/>
              </a:rPr>
              <a:t>Profits used to build railroads</a:t>
            </a:r>
            <a:endParaRPr lang="en-US" altLang="en-US" sz="2400" dirty="0">
              <a:solidFill>
                <a:schemeClr val="tx1"/>
              </a:solidFill>
              <a:latin typeface="Times New Roman" charset="0"/>
              <a:ea typeface="Times New Roman" charset="0"/>
              <a:cs typeface="Times New Roman" charset="0"/>
            </a:endParaRPr>
          </a:p>
          <a:p>
            <a:pPr lvl="3" eaLnBrk="1" hangingPunct="1"/>
            <a:r>
              <a:rPr lang="en-US" altLang="en-US" sz="2400" dirty="0">
                <a:solidFill>
                  <a:schemeClr val="tx1"/>
                </a:solidFill>
                <a:latin typeface="Times New Roman" charset="0"/>
                <a:ea typeface="Times New Roman" charset="0"/>
                <a:cs typeface="Times New Roman" charset="0"/>
              </a:rPr>
              <a:t>Little of the boom reached the </a:t>
            </a:r>
            <a:r>
              <a:rPr lang="en-US" altLang="en-US" sz="2400" i="1" dirty="0">
                <a:solidFill>
                  <a:schemeClr val="tx1"/>
                </a:solidFill>
                <a:latin typeface="Times New Roman" charset="0"/>
                <a:ea typeface="Times New Roman" charset="0"/>
                <a:cs typeface="Times New Roman" charset="0"/>
              </a:rPr>
              <a:t>sierra</a:t>
            </a:r>
            <a:r>
              <a:rPr lang="en-US" altLang="en-US" sz="2400" dirty="0">
                <a:solidFill>
                  <a:schemeClr val="tx1"/>
                </a:solidFill>
                <a:latin typeface="Times New Roman" charset="0"/>
                <a:ea typeface="Times New Roman" charset="0"/>
                <a:cs typeface="Times New Roman" charset="0"/>
              </a:rPr>
              <a:t> beyond Lima.</a:t>
            </a:r>
          </a:p>
          <a:p>
            <a:pPr eaLnBrk="1" hangingPunct="1">
              <a:buFont typeface="Wingdings" charset="2"/>
              <a:buNone/>
            </a:pPr>
            <a:endParaRPr lang="en-US" altLang="en-US" dirty="0">
              <a:latin typeface="Times New Roman" charset="0"/>
              <a:ea typeface="Times New Roman" charset="0"/>
              <a:cs typeface="Times New Roman" charset="0"/>
            </a:endParaRP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417" name="Title 1"/>
          <p:cNvSpPr>
            <a:spLocks noGrp="1"/>
          </p:cNvSpPr>
          <p:nvPr>
            <p:ph type="title"/>
          </p:nvPr>
        </p:nvSpPr>
        <p:spPr/>
        <p:txBody>
          <a:bodyPr/>
          <a:lstStyle/>
          <a:p>
            <a:pPr eaLnBrk="1" hangingPunct="1"/>
            <a:r>
              <a:rPr lang="en-US" altLang="en-US" dirty="0">
                <a:solidFill>
                  <a:schemeClr val="tx1"/>
                </a:solidFill>
                <a:latin typeface="Times New Roman" charset="0"/>
                <a:ea typeface="Times New Roman" charset="0"/>
                <a:cs typeface="Times New Roman" charset="0"/>
              </a:rPr>
              <a:t>Diplomacy and Aggression</a:t>
            </a:r>
          </a:p>
        </p:txBody>
      </p:sp>
      <p:sp>
        <p:nvSpPr>
          <p:cNvPr id="60418" name="Content Placeholder 2"/>
          <p:cNvSpPr>
            <a:spLocks noGrp="1"/>
          </p:cNvSpPr>
          <p:nvPr>
            <p:ph idx="1"/>
          </p:nvPr>
        </p:nvSpPr>
        <p:spPr/>
        <p:txBody>
          <a:bodyPr/>
          <a:lstStyle/>
          <a:p>
            <a:pPr lvl="1" eaLnBrk="1" hangingPunct="1"/>
            <a:r>
              <a:rPr lang="en-US" altLang="en-US" dirty="0">
                <a:solidFill>
                  <a:schemeClr val="tx1"/>
                </a:solidFill>
                <a:latin typeface="Times New Roman" charset="0"/>
                <a:ea typeface="Times New Roman" charset="0"/>
                <a:cs typeface="Times New Roman" charset="0"/>
              </a:rPr>
              <a:t>Gunboat diplomacy</a:t>
            </a:r>
            <a:endParaRPr lang="en-US" altLang="en-US" sz="5400" dirty="0">
              <a:solidFill>
                <a:schemeClr val="tx1"/>
              </a:solidFill>
              <a:latin typeface="Times New Roman" charset="0"/>
              <a:ea typeface="Times New Roman" charset="0"/>
              <a:cs typeface="Times New Roman" charset="0"/>
            </a:endParaRPr>
          </a:p>
          <a:p>
            <a:pPr lvl="2" eaLnBrk="1" hangingPunct="1"/>
            <a:r>
              <a:rPr lang="en-US" altLang="en-US" dirty="0">
                <a:latin typeface="Times New Roman" charset="0"/>
                <a:ea typeface="Times New Roman" charset="0"/>
                <a:cs typeface="Times New Roman" charset="0"/>
              </a:rPr>
              <a:t>England, France, and the United States sent warships to the region.</a:t>
            </a:r>
          </a:p>
          <a:p>
            <a:pPr lvl="3" eaLnBrk="1" hangingPunct="1"/>
            <a:r>
              <a:rPr lang="en-US" altLang="en-US" sz="2400" dirty="0">
                <a:solidFill>
                  <a:schemeClr val="tx1"/>
                </a:solidFill>
                <a:latin typeface="Times New Roman" charset="0"/>
                <a:ea typeface="Times New Roman" charset="0"/>
                <a:cs typeface="Times New Roman" charset="0"/>
              </a:rPr>
              <a:t>Defend trade</a:t>
            </a:r>
          </a:p>
          <a:p>
            <a:pPr lvl="3" eaLnBrk="1" hangingPunct="1"/>
            <a:r>
              <a:rPr lang="en-US" altLang="en-US" sz="2400" dirty="0">
                <a:solidFill>
                  <a:schemeClr val="tx1"/>
                </a:solidFill>
                <a:latin typeface="Times New Roman" charset="0"/>
                <a:ea typeface="Times New Roman" charset="0"/>
                <a:cs typeface="Times New Roman" charset="0"/>
              </a:rPr>
              <a:t>Punish governments, often for debt-payment delays</a:t>
            </a:r>
          </a:p>
          <a:p>
            <a:pPr eaLnBrk="1" hangingPunct="1">
              <a:buFont typeface="Wingdings" charset="2"/>
              <a:buNone/>
            </a:pPr>
            <a:endParaRPr lang="en-US" altLang="en-US" dirty="0">
              <a:latin typeface="Times New Roman" charset="0"/>
              <a:ea typeface="Times New Roman" charset="0"/>
              <a:cs typeface="Times New Roman" charset="0"/>
            </a:endParaRP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465" name="Title 1"/>
          <p:cNvSpPr>
            <a:spLocks noGrp="1"/>
          </p:cNvSpPr>
          <p:nvPr>
            <p:ph type="title"/>
          </p:nvPr>
        </p:nvSpPr>
        <p:spPr/>
        <p:txBody>
          <a:bodyPr/>
          <a:lstStyle/>
          <a:p>
            <a:pPr eaLnBrk="1" hangingPunct="1"/>
            <a:r>
              <a:rPr lang="en-US" altLang="en-US" dirty="0">
                <a:solidFill>
                  <a:schemeClr val="tx1"/>
                </a:solidFill>
                <a:latin typeface="Times New Roman" charset="0"/>
                <a:ea typeface="Times New Roman" charset="0"/>
                <a:cs typeface="Times New Roman" charset="0"/>
              </a:rPr>
              <a:t>US War on Mexico</a:t>
            </a:r>
          </a:p>
        </p:txBody>
      </p:sp>
      <p:sp>
        <p:nvSpPr>
          <p:cNvPr id="62466" name="Content Placeholder 2"/>
          <p:cNvSpPr>
            <a:spLocks noGrp="1"/>
          </p:cNvSpPr>
          <p:nvPr>
            <p:ph idx="1"/>
          </p:nvPr>
        </p:nvSpPr>
        <p:spPr/>
        <p:txBody>
          <a:bodyPr/>
          <a:lstStyle/>
          <a:p>
            <a:pPr lvl="1" eaLnBrk="1" hangingPunct="1"/>
            <a:r>
              <a:rPr lang="en-US" altLang="en-US" dirty="0">
                <a:solidFill>
                  <a:schemeClr val="tx1"/>
                </a:solidFill>
                <a:latin typeface="Times New Roman" charset="0"/>
                <a:ea typeface="Times New Roman" charset="0"/>
                <a:cs typeface="Times New Roman" charset="0"/>
              </a:rPr>
              <a:t>The Mexican government allowed slave-holding US southerners to settle in Texas.</a:t>
            </a:r>
          </a:p>
          <a:p>
            <a:pPr lvl="1" eaLnBrk="1" hangingPunct="1"/>
            <a:r>
              <a:rPr lang="en-US" altLang="en-US" dirty="0">
                <a:solidFill>
                  <a:schemeClr val="tx1"/>
                </a:solidFill>
                <a:latin typeface="Times New Roman" charset="0"/>
                <a:ea typeface="Times New Roman" charset="0"/>
                <a:cs typeface="Times New Roman" charset="0"/>
              </a:rPr>
              <a:t>After losing at the Alamo, Texas won independence.</a:t>
            </a:r>
          </a:p>
          <a:p>
            <a:pPr lvl="1" eaLnBrk="1" hangingPunct="1"/>
            <a:r>
              <a:rPr lang="en-US" altLang="en-US" dirty="0">
                <a:solidFill>
                  <a:schemeClr val="tx1"/>
                </a:solidFill>
                <a:latin typeface="Times New Roman" charset="0"/>
                <a:ea typeface="Times New Roman" charset="0"/>
                <a:cs typeface="Times New Roman" charset="0"/>
              </a:rPr>
              <a:t>It was annexed by the United States in 1845.</a:t>
            </a:r>
          </a:p>
          <a:p>
            <a:pPr lvl="1" eaLnBrk="1" hangingPunct="1"/>
            <a:r>
              <a:rPr lang="en-US" altLang="en-US" dirty="0">
                <a:solidFill>
                  <a:schemeClr val="tx1"/>
                </a:solidFill>
                <a:latin typeface="Times New Roman" charset="0"/>
                <a:ea typeface="Times New Roman" charset="0"/>
                <a:cs typeface="Times New Roman" charset="0"/>
              </a:rPr>
              <a:t>Fighting renewed amid Mexican fears of US expansion.</a:t>
            </a:r>
          </a:p>
          <a:p>
            <a:pPr lvl="1" eaLnBrk="1" hangingPunct="1"/>
            <a:r>
              <a:rPr lang="en-US" altLang="en-US" dirty="0">
                <a:solidFill>
                  <a:schemeClr val="tx1"/>
                </a:solidFill>
                <a:latin typeface="Times New Roman" charset="0"/>
                <a:ea typeface="Times New Roman" charset="0"/>
                <a:cs typeface="Times New Roman" charset="0"/>
              </a:rPr>
              <a:t>The United States took half of Mexico</a:t>
            </a:r>
            <a:r>
              <a:rPr lang="ja-JP" altLang="en-US">
                <a:solidFill>
                  <a:schemeClr val="tx1"/>
                </a:solidFill>
                <a:latin typeface="Times New Roman" charset="0"/>
                <a:ea typeface="Times New Roman" charset="0"/>
                <a:cs typeface="Times New Roman" charset="0"/>
              </a:rPr>
              <a:t>’</a:t>
            </a:r>
            <a:r>
              <a:rPr lang="en-US" altLang="ja-JP" dirty="0">
                <a:solidFill>
                  <a:schemeClr val="tx1"/>
                </a:solidFill>
                <a:latin typeface="Times New Roman" charset="0"/>
                <a:ea typeface="Times New Roman" charset="0"/>
                <a:cs typeface="Times New Roman" charset="0"/>
              </a:rPr>
              <a:t>s territory, now the West and Southwest.</a:t>
            </a: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A30F05E6-0F85-F136-C7F9-231D9A2D31F4}"/>
              </a:ext>
            </a:extLst>
          </p:cNvPr>
          <p:cNvSpPr>
            <a:spLocks noGrp="1"/>
          </p:cNvSpPr>
          <p:nvPr>
            <p:ph type="ctrTitle"/>
          </p:nvPr>
        </p:nvSpPr>
        <p:spPr>
          <a:xfrm>
            <a:off x="1160392" y="838200"/>
            <a:ext cx="6823213" cy="3143250"/>
          </a:xfrm>
        </p:spPr>
        <p:txBody>
          <a:bodyPr anchor="t">
            <a:normAutofit/>
          </a:bodyPr>
          <a:lstStyle/>
          <a:p>
            <a:r>
              <a:rPr lang="en-US" altLang="en-US" sz="3200" b="0" dirty="0">
                <a:latin typeface="Times New Roman" charset="0"/>
                <a:ea typeface="Times New Roman" charset="0"/>
                <a:cs typeface="Times New Roman" charset="0"/>
              </a:rPr>
              <a:t>This concludes the PowerPoint presentation for </a:t>
            </a:r>
            <a:br>
              <a:rPr lang="en-US" altLang="en-US" sz="3200" b="0" dirty="0">
                <a:latin typeface="Times New Roman" charset="0"/>
                <a:ea typeface="Times New Roman" charset="0"/>
                <a:cs typeface="Times New Roman" charset="0"/>
              </a:rPr>
            </a:br>
            <a:r>
              <a:rPr lang="en-US" altLang="en-US" sz="3200" b="1" dirty="0">
                <a:latin typeface="Times New Roman" charset="0"/>
                <a:ea typeface="Times New Roman" charset="0"/>
                <a:cs typeface="Times New Roman" charset="0"/>
              </a:rPr>
              <a:t>Chapter 5: </a:t>
            </a:r>
            <a:br>
              <a:rPr lang="en-US" altLang="en-US" sz="3200" b="1" dirty="0">
                <a:latin typeface="Times New Roman" charset="0"/>
                <a:ea typeface="Times New Roman" charset="0"/>
                <a:cs typeface="Times New Roman" charset="0"/>
              </a:rPr>
            </a:br>
            <a:r>
              <a:rPr lang="en-US" altLang="en-US" sz="3200" b="1" dirty="0">
                <a:latin typeface="Times New Roman" charset="0"/>
                <a:ea typeface="Times New Roman" charset="0"/>
                <a:cs typeface="Times New Roman" charset="0"/>
              </a:rPr>
              <a:t>Postcolonial Blues</a:t>
            </a:r>
          </a:p>
        </p:txBody>
      </p:sp>
      <p:sp>
        <p:nvSpPr>
          <p:cNvPr id="5" name="Subtitle 2">
            <a:extLst>
              <a:ext uri="{FF2B5EF4-FFF2-40B4-BE49-F238E27FC236}">
                <a16:creationId xmlns:a16="http://schemas.microsoft.com/office/drawing/2014/main" id="{B8EB6891-7D7F-5F4C-77AA-B9DAAAB70DFF}"/>
              </a:ext>
            </a:extLst>
          </p:cNvPr>
          <p:cNvSpPr>
            <a:spLocks noGrp="1"/>
          </p:cNvSpPr>
          <p:nvPr>
            <p:ph type="subTitle" idx="1"/>
          </p:nvPr>
        </p:nvSpPr>
        <p:spPr>
          <a:xfrm>
            <a:off x="1565395" y="4572000"/>
            <a:ext cx="6013205" cy="1752600"/>
          </a:xfrm>
        </p:spPr>
        <p:txBody>
          <a:bodyPr>
            <a:normAutofit/>
          </a:bodyPr>
          <a:lstStyle/>
          <a:p>
            <a:r>
              <a:rPr lang="en-US" altLang="en-US" sz="2400" dirty="0">
                <a:solidFill>
                  <a:schemeClr val="tx1"/>
                </a:solidFill>
                <a:latin typeface="Times New Roman" charset="0"/>
                <a:ea typeface="Times New Roman" charset="0"/>
                <a:cs typeface="Times New Roman" charset="0"/>
              </a:rPr>
              <a:t>For additional resources, visit </a:t>
            </a:r>
            <a:r>
              <a:rPr lang="en-US" altLang="en-US" sz="2400" dirty="0">
                <a:latin typeface="Times New Roman" charset="0"/>
                <a:ea typeface="Times New Roman" charset="0"/>
                <a:cs typeface="Times New Roman" charset="0"/>
                <a:hlinkClick r:id="rId2"/>
              </a:rPr>
              <a:t>https://digital.wwnorton.com/bornfire5</a:t>
            </a:r>
            <a:endParaRPr lang="en-US" altLang="en-US" sz="2400" dirty="0">
              <a:latin typeface="Times New Roman" charset="0"/>
              <a:ea typeface="Times New Roman" charset="0"/>
              <a:cs typeface="Times New Roman" charset="0"/>
            </a:endParaRPr>
          </a:p>
        </p:txBody>
      </p:sp>
    </p:spTree>
    <p:extLst>
      <p:ext uri="{BB962C8B-B14F-4D97-AF65-F5344CB8AC3E}">
        <p14:creationId xmlns:p14="http://schemas.microsoft.com/office/powerpoint/2010/main" val="2813379004"/>
      </p:ext>
    </p:extLst>
  </p:cSld>
  <p:clrMapOvr>
    <a:masterClrMapping/>
  </p:clrMapOvr>
</p:sld>
</file>

<file path=ppt/theme/theme1.xml><?xml version="1.0" encoding="utf-8"?>
<a:theme xmlns:a="http://schemas.openxmlformats.org/drawingml/2006/main" name="Chasteen_Ch2">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Soc font">
      <a:majorFont>
        <a:latin typeface="Arial Black"/>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2D69AFE3D876FE4297EE28B5F70DC3F8" ma:contentTypeVersion="18" ma:contentTypeDescription="Create a new document." ma:contentTypeScope="" ma:versionID="24168822608d9d77dd2a031d1dc4320d">
  <xsd:schema xmlns:xsd="http://www.w3.org/2001/XMLSchema" xmlns:xs="http://www.w3.org/2001/XMLSchema" xmlns:p="http://schemas.microsoft.com/office/2006/metadata/properties" xmlns:ns2="d1c7c9a4-d043-4a67-96e5-2ff5b742a303" xmlns:ns3="9d64b6a7-e13d-4012-aff2-02bdd52222eb" targetNamespace="http://schemas.microsoft.com/office/2006/metadata/properties" ma:root="true" ma:fieldsID="974d88cf474a8c2222dc8cf659776bc2" ns2:_="" ns3:_="">
    <xsd:import namespace="d1c7c9a4-d043-4a67-96e5-2ff5b742a303"/>
    <xsd:import namespace="9d64b6a7-e13d-4012-aff2-02bdd52222eb"/>
    <xsd:element name="properties">
      <xsd:complexType>
        <xsd:sequence>
          <xsd:element name="documentManagement">
            <xsd:complexType>
              <xsd:all>
                <xsd:element ref="ns2:MediaServiceMetadata" minOccurs="0"/>
                <xsd:element ref="ns2:MediaServiceFastMetadata" minOccurs="0"/>
                <xsd:element ref="ns2:MediaServiceDateTaken" minOccurs="0"/>
                <xsd:element ref="ns2:MediaServiceAutoTags" minOccurs="0"/>
                <xsd:element ref="ns2:MediaLengthInSeconds" minOccurs="0"/>
                <xsd:element ref="ns3:SharedWithUsers" minOccurs="0"/>
                <xsd:element ref="ns3:SharedWithDetails" minOccurs="0"/>
                <xsd:element ref="ns2:MediaServiceAutoKeyPoints" minOccurs="0"/>
                <xsd:element ref="ns2:MediaServiceKeyPoints" minOccurs="0"/>
                <xsd:element ref="ns2:MediaServiceOCR" minOccurs="0"/>
                <xsd:element ref="ns2:MediaServiceGenerationTime" minOccurs="0"/>
                <xsd:element ref="ns2:MediaServiceEventHashCode" minOccurs="0"/>
                <xsd:element ref="ns2:lcf76f155ced4ddcb4097134ff3c332f" minOccurs="0"/>
                <xsd:element ref="ns3:TaxCatchAll" minOccurs="0"/>
                <xsd:element ref="ns2:MediaServiceLocation" minOccurs="0"/>
                <xsd:element ref="ns2:MediaServiceObjectDetectorVersions" minOccurs="0"/>
                <xsd:element ref="ns2:MediaServiceSearchPropertie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d1c7c9a4-d043-4a67-96e5-2ff5b742a303"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DateTaken" ma:index="10" nillable="true" ma:displayName="MediaServiceDateTaken" ma:hidden="true" ma:internalName="MediaServiceDateTaken" ma:readOnly="true">
      <xsd:simpleType>
        <xsd:restriction base="dms:Text"/>
      </xsd:simpleType>
    </xsd:element>
    <xsd:element name="MediaServiceAutoTags" ma:index="11" nillable="true" ma:displayName="Tags" ma:internalName="MediaServiceAutoTags" ma:readOnly="true">
      <xsd:simpleType>
        <xsd:restriction base="dms:Text"/>
      </xsd:simpleType>
    </xsd:element>
    <xsd:element name="MediaLengthInSeconds" ma:index="12" nillable="true" ma:displayName="MediaLengthInSeconds" ma:hidden="true" ma:internalName="MediaLengthInSeconds" ma:readOnly="true">
      <xsd:simpleType>
        <xsd:restriction base="dms:Unknown"/>
      </xsd:simpleType>
    </xsd:element>
    <xsd:element name="MediaServiceAutoKeyPoints" ma:index="15" nillable="true" ma:displayName="MediaServiceAutoKeyPoints" ma:hidden="true" ma:internalName="MediaServiceAutoKeyPoints" ma:readOnly="true">
      <xsd:simpleType>
        <xsd:restriction base="dms:Note"/>
      </xsd:simpleType>
    </xsd:element>
    <xsd:element name="MediaServiceKeyPoints" ma:index="16" nillable="true" ma:displayName="KeyPoints" ma:internalName="MediaServiceKeyPoints" ma:readOnly="true">
      <xsd:simpleType>
        <xsd:restriction base="dms:Note">
          <xsd:maxLength value="255"/>
        </xsd:restriction>
      </xsd:simpleType>
    </xsd:element>
    <xsd:element name="MediaServiceOCR" ma:index="17" nillable="true" ma:displayName="Extracted Text" ma:internalName="MediaServiceOCR" ma:readOnly="true">
      <xsd:simpleType>
        <xsd:restriction base="dms:Note">
          <xsd:maxLength value="255"/>
        </xsd:restriction>
      </xsd:simpleType>
    </xsd:element>
    <xsd:element name="MediaServiceGenerationTime" ma:index="18" nillable="true" ma:displayName="MediaServiceGenerationTime" ma:hidden="true" ma:internalName="MediaServiceGenerationTime" ma:readOnly="true">
      <xsd:simpleType>
        <xsd:restriction base="dms:Text"/>
      </xsd:simpleType>
    </xsd:element>
    <xsd:element name="MediaServiceEventHashCode" ma:index="19" nillable="true" ma:displayName="MediaServiceEventHashCode" ma:hidden="true" ma:internalName="MediaServiceEventHashCode" ma:readOnly="true">
      <xsd:simpleType>
        <xsd:restriction base="dms:Text"/>
      </xsd:simpleType>
    </xsd:element>
    <xsd:element name="lcf76f155ced4ddcb4097134ff3c332f" ma:index="21" nillable="true" ma:taxonomy="true" ma:internalName="lcf76f155ced4ddcb4097134ff3c332f" ma:taxonomyFieldName="MediaServiceImageTags" ma:displayName="Image Tags" ma:readOnly="false" ma:fieldId="{5cf76f15-5ced-4ddc-b409-7134ff3c332f}" ma:taxonomyMulti="true" ma:sspId="85876ee3-2b79-4d5d-9b03-6d8756831634" ma:termSetId="09814cd3-568e-fe90-9814-8d621ff8fb84" ma:anchorId="fba54fb3-c3e1-fe81-a776-ca4b69148c4d" ma:open="true" ma:isKeyword="false">
      <xsd:complexType>
        <xsd:sequence>
          <xsd:element ref="pc:Terms" minOccurs="0" maxOccurs="1"/>
        </xsd:sequence>
      </xsd:complexType>
    </xsd:element>
    <xsd:element name="MediaServiceLocation" ma:index="23" nillable="true" ma:displayName="Location" ma:internalName="MediaServiceLocation" ma:readOnly="true">
      <xsd:simpleType>
        <xsd:restriction base="dms:Text"/>
      </xsd:simpleType>
    </xsd:element>
    <xsd:element name="MediaServiceObjectDetectorVersions" ma:index="24" nillable="true" ma:displayName="MediaServiceObjectDetectorVersions" ma:description="" ma:hidden="true" ma:indexed="true" ma:internalName="MediaServiceObjectDetectorVersions" ma:readOnly="true">
      <xsd:simpleType>
        <xsd:restriction base="dms:Text"/>
      </xsd:simpleType>
    </xsd:element>
    <xsd:element name="MediaServiceSearchProperties" ma:index="25" nillable="true" ma:displayName="MediaServiceSearchProperties" ma:hidden="true" ma:internalName="MediaServiceSearchPropertie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9d64b6a7-e13d-4012-aff2-02bdd52222eb" elementFormDefault="qualified">
    <xsd:import namespace="http://schemas.microsoft.com/office/2006/documentManagement/types"/>
    <xsd:import namespace="http://schemas.microsoft.com/office/infopath/2007/PartnerControls"/>
    <xsd:element name="SharedWithUsers" ma:index="13"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4" nillable="true" ma:displayName="Shared With Details" ma:internalName="SharedWithDetails" ma:readOnly="true">
      <xsd:simpleType>
        <xsd:restriction base="dms:Note">
          <xsd:maxLength value="255"/>
        </xsd:restriction>
      </xsd:simpleType>
    </xsd:element>
    <xsd:element name="TaxCatchAll" ma:index="22" nillable="true" ma:displayName="Taxonomy Catch All Column" ma:hidden="true" ma:list="{b26d98fc-0af3-417b-8254-413504fc40c8}" ma:internalName="TaxCatchAll" ma:showField="CatchAllData" ma:web="9d64b6a7-e13d-4012-aff2-02bdd52222eb">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lcf76f155ced4ddcb4097134ff3c332f xmlns="d1c7c9a4-d043-4a67-96e5-2ff5b742a303">
      <Terms xmlns="http://schemas.microsoft.com/office/infopath/2007/PartnerControls"/>
    </lcf76f155ced4ddcb4097134ff3c332f>
    <TaxCatchAll xmlns="9d64b6a7-e13d-4012-aff2-02bdd52222eb" xsi:nil="true"/>
  </documentManagement>
</p:properties>
</file>

<file path=customXml/itemProps1.xml><?xml version="1.0" encoding="utf-8"?>
<ds:datastoreItem xmlns:ds="http://schemas.openxmlformats.org/officeDocument/2006/customXml" ds:itemID="{A7F25F55-EA6D-4E12-A4BA-411697BB61C1}">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d1c7c9a4-d043-4a67-96e5-2ff5b742a303"/>
    <ds:schemaRef ds:uri="9d64b6a7-e13d-4012-aff2-02bdd52222eb"/>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4CBE78F5-FBAE-46E2-AB53-33A17CF9AF99}">
  <ds:schemaRefs>
    <ds:schemaRef ds:uri="http://schemas.microsoft.com/sharepoint/v3/contenttype/forms"/>
  </ds:schemaRefs>
</ds:datastoreItem>
</file>

<file path=customXml/itemProps3.xml><?xml version="1.0" encoding="utf-8"?>
<ds:datastoreItem xmlns:ds="http://schemas.openxmlformats.org/officeDocument/2006/customXml" ds:itemID="{83733DB6-2F44-4490-AA50-D9D741AC7254}">
  <ds:schemaRefs>
    <ds:schemaRef ds:uri="http://schemas.microsoft.com/office/2006/documentManagement/types"/>
    <ds:schemaRef ds:uri="http://purl.org/dc/elements/1.1/"/>
    <ds:schemaRef ds:uri="http://purl.org/dc/dcmitype/"/>
    <ds:schemaRef ds:uri="http://www.w3.org/XML/1998/namespace"/>
    <ds:schemaRef ds:uri="http://schemas.microsoft.com/office/infopath/2007/PartnerControls"/>
    <ds:schemaRef ds:uri="http://schemas.openxmlformats.org/package/2006/metadata/core-properties"/>
    <ds:schemaRef ds:uri="http://purl.org/dc/terms/"/>
    <ds:schemaRef ds:uri="9d64b6a7-e13d-4012-aff2-02bdd52222eb"/>
    <ds:schemaRef ds:uri="d1c7c9a4-d043-4a67-96e5-2ff5b742a303"/>
    <ds:schemaRef ds:uri="http://schemas.microsoft.com/office/2006/metadata/properties"/>
  </ds:schemaRefs>
</ds:datastoreItem>
</file>

<file path=docProps/app.xml><?xml version="1.0" encoding="utf-8"?>
<Properties xmlns="http://schemas.openxmlformats.org/officeDocument/2006/extended-properties" xmlns:vt="http://schemas.openxmlformats.org/officeDocument/2006/docPropsVTypes">
  <Template>Chasteen_Ch2</Template>
  <TotalTime>2885</TotalTime>
  <Words>1203</Words>
  <Application>Microsoft Macintosh PowerPoint</Application>
  <PresentationFormat>On-screen Show (4:3)</PresentationFormat>
  <Paragraphs>220</Paragraphs>
  <Slides>28</Slides>
  <Notes>27</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28</vt:i4>
      </vt:variant>
    </vt:vector>
  </HeadingPairs>
  <TitlesOfParts>
    <vt:vector size="34" baseType="lpstr">
      <vt:lpstr>Arial</vt:lpstr>
      <vt:lpstr>Arial Black</vt:lpstr>
      <vt:lpstr>Calibri</vt:lpstr>
      <vt:lpstr>Times New Roman</vt:lpstr>
      <vt:lpstr>Wingdings</vt:lpstr>
      <vt:lpstr>Chasteen_Ch2</vt:lpstr>
      <vt:lpstr>Born in Blood &amp; Fire A Concise History of Latin America 5th Edition</vt:lpstr>
      <vt:lpstr>Postcolonial Blues</vt:lpstr>
      <vt:lpstr>PowerPoint Presentation</vt:lpstr>
      <vt:lpstr>Liberal Disappointment</vt:lpstr>
      <vt:lpstr>Defending Tradition</vt:lpstr>
      <vt:lpstr>Costumbrismo</vt:lpstr>
      <vt:lpstr>Economic Devastation</vt:lpstr>
      <vt:lpstr>Fragile Republics</vt:lpstr>
      <vt:lpstr>Personal Enrichment</vt:lpstr>
      <vt:lpstr>Caudillo Leadership</vt:lpstr>
      <vt:lpstr>Examples of a Caudillo</vt:lpstr>
      <vt:lpstr>Constitutions</vt:lpstr>
      <vt:lpstr>Brazil’s Different Path</vt:lpstr>
      <vt:lpstr>Liberal Hopes and Disappointments</vt:lpstr>
      <vt:lpstr>Regency Years, 1831–1840</vt:lpstr>
      <vt:lpstr>Continuities in Daily Life</vt:lpstr>
      <vt:lpstr>People and Power</vt:lpstr>
      <vt:lpstr>Transculturation</vt:lpstr>
      <vt:lpstr>Nativism and Unrest</vt:lpstr>
      <vt:lpstr>Cultural Hegemony</vt:lpstr>
      <vt:lpstr>Lives of Women</vt:lpstr>
      <vt:lpstr>Patriarchal Rule</vt:lpstr>
      <vt:lpstr>The Caste System</vt:lpstr>
      <vt:lpstr>The Power of Outsiders </vt:lpstr>
      <vt:lpstr>International Trade</vt:lpstr>
      <vt:lpstr>Diplomacy and Aggression</vt:lpstr>
      <vt:lpstr>US War on Mexico</vt:lpstr>
      <vt:lpstr>This concludes the PowerPoint presentation for  Chapter 5:  Postcolonial Blues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Born in Blood &amp; Fire</dc:title>
  <dc:creator>Rob</dc:creator>
  <cp:lastModifiedBy>Kopp, Katherine</cp:lastModifiedBy>
  <cp:revision>45</cp:revision>
  <dcterms:created xsi:type="dcterms:W3CDTF">2011-05-18T19:42:31Z</dcterms:created>
  <dcterms:modified xsi:type="dcterms:W3CDTF">2024-06-06T18:15:14Z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0x0101002D69AFE3D876FE4297EE28B5F70DC3F8</vt:lpwstr>
  </property>
</Properties>
</file>