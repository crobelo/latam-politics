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0"/>
  </p:notesMasterIdLst>
  <p:sldIdLst>
    <p:sldId id="256" r:id="rId5"/>
    <p:sldId id="257" r:id="rId6"/>
    <p:sldId id="323" r:id="rId7"/>
    <p:sldId id="284" r:id="rId8"/>
    <p:sldId id="285" r:id="rId9"/>
    <p:sldId id="320" r:id="rId10"/>
    <p:sldId id="286" r:id="rId11"/>
    <p:sldId id="287" r:id="rId12"/>
    <p:sldId id="321" r:id="rId13"/>
    <p:sldId id="288" r:id="rId14"/>
    <p:sldId id="289" r:id="rId15"/>
    <p:sldId id="319" r:id="rId16"/>
    <p:sldId id="290" r:id="rId17"/>
    <p:sldId id="291" r:id="rId18"/>
    <p:sldId id="292" r:id="rId19"/>
    <p:sldId id="293" r:id="rId20"/>
    <p:sldId id="295" r:id="rId21"/>
    <p:sldId id="296" r:id="rId22"/>
    <p:sldId id="297" r:id="rId23"/>
    <p:sldId id="298" r:id="rId24"/>
    <p:sldId id="299" r:id="rId25"/>
    <p:sldId id="300" r:id="rId26"/>
    <p:sldId id="294" r:id="rId27"/>
    <p:sldId id="301" r:id="rId28"/>
    <p:sldId id="302" r:id="rId29"/>
    <p:sldId id="324" r:id="rId30"/>
    <p:sldId id="303" r:id="rId31"/>
    <p:sldId id="304" r:id="rId32"/>
    <p:sldId id="305" r:id="rId33"/>
    <p:sldId id="306" r:id="rId34"/>
    <p:sldId id="307" r:id="rId35"/>
    <p:sldId id="308" r:id="rId36"/>
    <p:sldId id="309" r:id="rId37"/>
    <p:sldId id="310" r:id="rId38"/>
    <p:sldId id="325" r:id="rId3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7200"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4400"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1600"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8800"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FD47F4-D62F-29E1-A4A5-60559B0A1BD1}" name="Kopp, Katherine" initials="KK" userId="S::kkopp@wwnorton.com::8975c588-54e8-41b7-a546-07e477ad4a5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517285-9D53-8246-830B-74BC95F98605}" v="2" dt="2024-06-06T18:13:41.5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68"/>
    <p:restoredTop sz="56054" autoAdjust="0"/>
  </p:normalViewPr>
  <p:slideViewPr>
    <p:cSldViewPr>
      <p:cViewPr varScale="1">
        <p:scale>
          <a:sx n="64" d="100"/>
          <a:sy n="64" d="100"/>
        </p:scale>
        <p:origin x="1240"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pp, Katherine" userId="8975c588-54e8-41b7-a546-07e477ad4a5d" providerId="ADAL" clId="{30517285-9D53-8246-830B-74BC95F98605}"/>
    <pc:docChg chg="modSld">
      <pc:chgData name="Kopp, Katherine" userId="8975c588-54e8-41b7-a546-07e477ad4a5d" providerId="ADAL" clId="{30517285-9D53-8246-830B-74BC95F98605}" dt="2024-06-06T18:28:39.035" v="5" actId="962"/>
      <pc:docMkLst>
        <pc:docMk/>
      </pc:docMkLst>
      <pc:sldChg chg="modSp mod">
        <pc:chgData name="Kopp, Katherine" userId="8975c588-54e8-41b7-a546-07e477ad4a5d" providerId="ADAL" clId="{30517285-9D53-8246-830B-74BC95F98605}" dt="2024-06-06T18:28:39.035" v="5" actId="962"/>
        <pc:sldMkLst>
          <pc:docMk/>
          <pc:sldMk cId="650035436" sldId="319"/>
        </pc:sldMkLst>
        <pc:picChg chg="mod">
          <ac:chgData name="Kopp, Katherine" userId="8975c588-54e8-41b7-a546-07e477ad4a5d" providerId="ADAL" clId="{30517285-9D53-8246-830B-74BC95F98605}" dt="2024-06-06T18:28:39.035" v="5" actId="962"/>
          <ac:picMkLst>
            <pc:docMk/>
            <pc:sldMk cId="650035436" sldId="319"/>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atin typeface="Calibri" charset="0"/>
              </a:defRPr>
            </a:lvl1pPr>
          </a:lstStyle>
          <a:p>
            <a:pPr>
              <a:defRPr/>
            </a:pPr>
            <a:fld id="{ECD2D03A-AFE1-8740-B3A9-9D97AA76003B}" type="datetime1">
              <a:rPr lang="en-US" altLang="en-US"/>
              <a:pPr>
                <a:defRPr/>
              </a:pPr>
              <a:t>6/6/24</a:t>
            </a:fld>
            <a:endParaRPr lang="en-US" alt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charset="0"/>
              </a:defRPr>
            </a:lvl1pPr>
          </a:lstStyle>
          <a:p>
            <a:pPr>
              <a:defRPr/>
            </a:pPr>
            <a:fld id="{3B014239-6E15-5D44-B545-B2C69561D454}" type="slidenum">
              <a:rPr lang="en-US" altLang="en-US"/>
              <a:pPr>
                <a:defRPr/>
              </a:pPr>
              <a:t>‹#›</a:t>
            </a:fld>
            <a:endParaRPr lang="en-US" altLang="en-US" dirty="0"/>
          </a:p>
        </p:txBody>
      </p:sp>
    </p:spTree>
    <p:extLst>
      <p:ext uri="{BB962C8B-B14F-4D97-AF65-F5344CB8AC3E}">
        <p14:creationId xmlns:p14="http://schemas.microsoft.com/office/powerpoint/2010/main" val="19630920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43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92F2F4D-9A2B-CB40-B0DC-37BE5C54AC80}" type="slidenum">
              <a:rPr lang="en-US" altLang="en-US"/>
              <a:pPr>
                <a:spcBef>
                  <a:spcPct val="0"/>
                </a:spcBef>
              </a:pPr>
              <a:t>1</a:t>
            </a:fld>
            <a:endParaRPr lang="en-US" altLang="en-US" dirty="0"/>
          </a:p>
        </p:txBody>
      </p:sp>
    </p:spTree>
    <p:extLst>
      <p:ext uri="{BB962C8B-B14F-4D97-AF65-F5344CB8AC3E}">
        <p14:creationId xmlns:p14="http://schemas.microsoft.com/office/powerpoint/2010/main" val="1908878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63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63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E3F60407-0A67-5742-AB9C-729F5B54CB32}" type="slidenum">
              <a:rPr lang="en-US" altLang="en-US"/>
              <a:pPr>
                <a:spcBef>
                  <a:spcPct val="0"/>
                </a:spcBef>
              </a:pPr>
              <a:t>2</a:t>
            </a:fld>
            <a:endParaRPr lang="en-US" altLang="en-US" dirty="0"/>
          </a:p>
        </p:txBody>
      </p:sp>
    </p:spTree>
    <p:extLst>
      <p:ext uri="{BB962C8B-B14F-4D97-AF65-F5344CB8AC3E}">
        <p14:creationId xmlns:p14="http://schemas.microsoft.com/office/powerpoint/2010/main" val="1346286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THE LIBERATOR SIMÓN BOLÍVAR</a:t>
            </a:r>
            <a:r>
              <a:rPr lang="en-US" dirty="0"/>
              <a:t>. Bolívar, who helped create five nations, was the single greatest general of independence. Bolívar was from Caracas, the son of a plantation-owning family who gave him a privileged education–including a European walking tour with his brilliant tutor, Simón Rodríguez, a man afire with new ideas. But white, upper-class generals like Bolívar could not win in­de­pen­dence without the support of Latin America’s nonwhite majority. </a:t>
            </a:r>
            <a:r>
              <a:rPr lang="en-US" i="1" dirty="0"/>
              <a:t>Courtesy of </a:t>
            </a:r>
            <a:r>
              <a:rPr lang="en-US" i="1" dirty="0" err="1"/>
              <a:t>Hulton</a:t>
            </a:r>
            <a:r>
              <a:rPr lang="en-US" i="1" dirty="0"/>
              <a:t> Getty Picture Collection.</a:t>
            </a:r>
          </a:p>
        </p:txBody>
      </p:sp>
      <p:sp>
        <p:nvSpPr>
          <p:cNvPr id="4" name="Slide Number Placeholder 3"/>
          <p:cNvSpPr>
            <a:spLocks noGrp="1"/>
          </p:cNvSpPr>
          <p:nvPr>
            <p:ph type="sldNum" sz="quarter" idx="10"/>
          </p:nvPr>
        </p:nvSpPr>
        <p:spPr/>
        <p:txBody>
          <a:bodyPr/>
          <a:lstStyle/>
          <a:p>
            <a:fld id="{C9CDF101-C185-844F-9839-0B79CB8E1A4A}" type="slidenum">
              <a:rPr lang="en-US" smtClean="0"/>
              <a:pPr/>
              <a:t>3</a:t>
            </a:fld>
            <a:endParaRPr lang="en-US"/>
          </a:p>
        </p:txBody>
      </p:sp>
    </p:spTree>
    <p:extLst>
      <p:ext uri="{BB962C8B-B14F-4D97-AF65-F5344CB8AC3E}">
        <p14:creationId xmlns:p14="http://schemas.microsoft.com/office/powerpoint/2010/main" val="199267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84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184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3E3875D8-BA9D-3D42-8D4C-AA23A0AFEB7E}" type="slidenum">
              <a:rPr lang="en-US" altLang="en-US"/>
              <a:pPr>
                <a:spcBef>
                  <a:spcPct val="0"/>
                </a:spcBef>
              </a:pPr>
              <a:t>4</a:t>
            </a:fld>
            <a:endParaRPr lang="en-US" altLang="en-US" dirty="0"/>
          </a:p>
        </p:txBody>
      </p:sp>
    </p:spTree>
    <p:extLst>
      <p:ext uri="{BB962C8B-B14F-4D97-AF65-F5344CB8AC3E}">
        <p14:creationId xmlns:p14="http://schemas.microsoft.com/office/powerpoint/2010/main" val="1154089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04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04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B74B4ED-F033-B446-ACD1-FB9BFE730282}" type="slidenum">
              <a:rPr lang="en-US" altLang="en-US"/>
              <a:pPr>
                <a:spcBef>
                  <a:spcPct val="0"/>
                </a:spcBef>
              </a:pPr>
              <a:t>5</a:t>
            </a:fld>
            <a:endParaRPr lang="en-US" altLang="en-US" dirty="0"/>
          </a:p>
        </p:txBody>
      </p:sp>
    </p:spTree>
    <p:extLst>
      <p:ext uri="{BB962C8B-B14F-4D97-AF65-F5344CB8AC3E}">
        <p14:creationId xmlns:p14="http://schemas.microsoft.com/office/powerpoint/2010/main" val="701842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F026C-C433-4BAF-D824-3F1448CD5FA4}"/>
            </a:ext>
          </a:extLst>
        </p:cNvPr>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C45EADB9-798A-A0E9-C6A3-913620BB562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0482" name="Notes Placeholder 2">
            <a:extLst>
              <a:ext uri="{FF2B5EF4-FFF2-40B4-BE49-F238E27FC236}">
                <a16:creationId xmlns:a16="http://schemas.microsoft.com/office/drawing/2014/main" id="{CF831F9F-667F-F7F7-B0E1-FAE82493CF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20483" name="Slide Number Placeholder 3">
            <a:extLst>
              <a:ext uri="{FF2B5EF4-FFF2-40B4-BE49-F238E27FC236}">
                <a16:creationId xmlns:a16="http://schemas.microsoft.com/office/drawing/2014/main" id="{FB602C43-7215-6D46-498F-DEA5BF52099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B74B4ED-F033-B446-ACD1-FB9BFE730282}" type="slidenum">
              <a:rPr lang="en-US" altLang="en-US"/>
              <a:pPr>
                <a:spcBef>
                  <a:spcPct val="0"/>
                </a:spcBef>
              </a:pPr>
              <a:t>6</a:t>
            </a:fld>
            <a:endParaRPr lang="en-US" altLang="en-US" dirty="0"/>
          </a:p>
        </p:txBody>
      </p:sp>
    </p:spTree>
    <p:extLst>
      <p:ext uri="{BB962C8B-B14F-4D97-AF65-F5344CB8AC3E}">
        <p14:creationId xmlns:p14="http://schemas.microsoft.com/office/powerpoint/2010/main" val="2644885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25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253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567B9F38-26A2-804F-8AA9-E79C6071EAAE}" type="slidenum">
              <a:rPr lang="en-US" altLang="en-US"/>
              <a:pPr>
                <a:spcBef>
                  <a:spcPct val="0"/>
                </a:spcBef>
              </a:pPr>
              <a:t>7</a:t>
            </a:fld>
            <a:endParaRPr lang="en-US" altLang="en-US" dirty="0"/>
          </a:p>
        </p:txBody>
      </p:sp>
    </p:spTree>
    <p:extLst>
      <p:ext uri="{BB962C8B-B14F-4D97-AF65-F5344CB8AC3E}">
        <p14:creationId xmlns:p14="http://schemas.microsoft.com/office/powerpoint/2010/main" val="1888876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45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457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9DB717F-449F-754F-A26B-5FCF0F07C7DA}" type="slidenum">
              <a:rPr lang="en-US" altLang="en-US"/>
              <a:pPr>
                <a:spcBef>
                  <a:spcPct val="0"/>
                </a:spcBef>
              </a:pPr>
              <a:t>8</a:t>
            </a:fld>
            <a:endParaRPr lang="en-US" altLang="en-US" dirty="0"/>
          </a:p>
        </p:txBody>
      </p:sp>
    </p:spTree>
    <p:extLst>
      <p:ext uri="{BB962C8B-B14F-4D97-AF65-F5344CB8AC3E}">
        <p14:creationId xmlns:p14="http://schemas.microsoft.com/office/powerpoint/2010/main" val="92867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86209-A9E1-58D3-DE95-2AD15C367599}"/>
            </a:ext>
          </a:extLst>
        </p:cNvPr>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821ADC00-FF73-57AB-AF89-6048B0C113B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4578" name="Notes Placeholder 2">
            <a:extLst>
              <a:ext uri="{FF2B5EF4-FFF2-40B4-BE49-F238E27FC236}">
                <a16:creationId xmlns:a16="http://schemas.microsoft.com/office/drawing/2014/main" id="{B3E07299-248E-F3E1-F0D8-570514487B7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24579" name="Slide Number Placeholder 3">
            <a:extLst>
              <a:ext uri="{FF2B5EF4-FFF2-40B4-BE49-F238E27FC236}">
                <a16:creationId xmlns:a16="http://schemas.microsoft.com/office/drawing/2014/main" id="{030B2996-C7CF-E067-0563-597A6B6DCE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9DB717F-449F-754F-A26B-5FCF0F07C7DA}" type="slidenum">
              <a:rPr lang="en-US" altLang="en-US"/>
              <a:pPr>
                <a:spcBef>
                  <a:spcPct val="0"/>
                </a:spcBef>
              </a:pPr>
              <a:t>9</a:t>
            </a:fld>
            <a:endParaRPr lang="en-US" altLang="en-US" dirty="0"/>
          </a:p>
        </p:txBody>
      </p:sp>
    </p:spTree>
    <p:extLst>
      <p:ext uri="{BB962C8B-B14F-4D97-AF65-F5344CB8AC3E}">
        <p14:creationId xmlns:p14="http://schemas.microsoft.com/office/powerpoint/2010/main" val="1839036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662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662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A869D3A-DBB0-1B49-AF8C-7294D5E24230}" type="slidenum">
              <a:rPr lang="en-US" altLang="en-US"/>
              <a:pPr>
                <a:spcBef>
                  <a:spcPct val="0"/>
                </a:spcBef>
              </a:pPr>
              <a:t>10</a:t>
            </a:fld>
            <a:endParaRPr lang="en-US" altLang="en-US" dirty="0"/>
          </a:p>
        </p:txBody>
      </p:sp>
    </p:spTree>
    <p:extLst>
      <p:ext uri="{BB962C8B-B14F-4D97-AF65-F5344CB8AC3E}">
        <p14:creationId xmlns:p14="http://schemas.microsoft.com/office/powerpoint/2010/main" val="1751818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86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867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986546AD-5F22-EA4B-9E52-717A2CEA1B52}" type="slidenum">
              <a:rPr lang="en-US" altLang="en-US"/>
              <a:pPr>
                <a:spcBef>
                  <a:spcPct val="0"/>
                </a:spcBef>
              </a:pPr>
              <a:t>11</a:t>
            </a:fld>
            <a:endParaRPr lang="en-US" altLang="en-US" dirty="0"/>
          </a:p>
        </p:txBody>
      </p:sp>
    </p:spTree>
    <p:extLst>
      <p:ext uri="{BB962C8B-B14F-4D97-AF65-F5344CB8AC3E}">
        <p14:creationId xmlns:p14="http://schemas.microsoft.com/office/powerpoint/2010/main" val="816796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CAMPAIGNS OF INDEPENDENCE WARS</a:t>
            </a:r>
          </a:p>
        </p:txBody>
      </p:sp>
      <p:sp>
        <p:nvSpPr>
          <p:cNvPr id="4" name="Slide Number Placeholder 3"/>
          <p:cNvSpPr>
            <a:spLocks noGrp="1"/>
          </p:cNvSpPr>
          <p:nvPr>
            <p:ph type="sldNum" sz="quarter" idx="10"/>
          </p:nvPr>
        </p:nvSpPr>
        <p:spPr/>
        <p:txBody>
          <a:bodyPr/>
          <a:lstStyle/>
          <a:p>
            <a:fld id="{C9CDF101-C185-844F-9839-0B79CB8E1A4A}" type="slidenum">
              <a:rPr lang="en-US" smtClean="0"/>
              <a:pPr/>
              <a:t>12</a:t>
            </a:fld>
            <a:endParaRPr lang="en-US"/>
          </a:p>
        </p:txBody>
      </p:sp>
    </p:spTree>
    <p:extLst>
      <p:ext uri="{BB962C8B-B14F-4D97-AF65-F5344CB8AC3E}">
        <p14:creationId xmlns:p14="http://schemas.microsoft.com/office/powerpoint/2010/main" val="8962605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07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07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DBC1A92E-4B32-BE4F-9094-D56EE5CB1E5A}" type="slidenum">
              <a:rPr lang="en-US" altLang="en-US"/>
              <a:pPr>
                <a:spcBef>
                  <a:spcPct val="0"/>
                </a:spcBef>
              </a:pPr>
              <a:t>13</a:t>
            </a:fld>
            <a:endParaRPr lang="en-US" altLang="en-US" dirty="0"/>
          </a:p>
        </p:txBody>
      </p:sp>
    </p:spTree>
    <p:extLst>
      <p:ext uri="{BB962C8B-B14F-4D97-AF65-F5344CB8AC3E}">
        <p14:creationId xmlns:p14="http://schemas.microsoft.com/office/powerpoint/2010/main" val="1182026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27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277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DE46AD01-5172-0240-B11E-753B43BF9C57}" type="slidenum">
              <a:rPr lang="en-US" altLang="en-US"/>
              <a:pPr>
                <a:spcBef>
                  <a:spcPct val="0"/>
                </a:spcBef>
              </a:pPr>
              <a:t>14</a:t>
            </a:fld>
            <a:endParaRPr lang="en-US" altLang="en-US" dirty="0"/>
          </a:p>
        </p:txBody>
      </p:sp>
    </p:spTree>
    <p:extLst>
      <p:ext uri="{BB962C8B-B14F-4D97-AF65-F5344CB8AC3E}">
        <p14:creationId xmlns:p14="http://schemas.microsoft.com/office/powerpoint/2010/main" val="20963902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48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481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76679C43-56DE-854A-9C0C-E64A81A8D6E7}" type="slidenum">
              <a:rPr lang="en-US" altLang="en-US"/>
              <a:pPr>
                <a:spcBef>
                  <a:spcPct val="0"/>
                </a:spcBef>
              </a:pPr>
              <a:t>15</a:t>
            </a:fld>
            <a:endParaRPr lang="en-US" altLang="en-US" dirty="0"/>
          </a:p>
        </p:txBody>
      </p:sp>
    </p:spTree>
    <p:extLst>
      <p:ext uri="{BB962C8B-B14F-4D97-AF65-F5344CB8AC3E}">
        <p14:creationId xmlns:p14="http://schemas.microsoft.com/office/powerpoint/2010/main" val="2668698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68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68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393FC5F3-89D3-D847-B9F6-3384CA26FBF6}" type="slidenum">
              <a:rPr lang="en-US" altLang="en-US"/>
              <a:pPr>
                <a:spcBef>
                  <a:spcPct val="0"/>
                </a:spcBef>
              </a:pPr>
              <a:t>16</a:t>
            </a:fld>
            <a:endParaRPr lang="en-US" altLang="en-US" dirty="0"/>
          </a:p>
        </p:txBody>
      </p:sp>
    </p:spTree>
    <p:extLst>
      <p:ext uri="{BB962C8B-B14F-4D97-AF65-F5344CB8AC3E}">
        <p14:creationId xmlns:p14="http://schemas.microsoft.com/office/powerpoint/2010/main" val="13361678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09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09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50F17299-885B-7446-A776-1A493D276C94}" type="slidenum">
              <a:rPr lang="en-US" altLang="en-US"/>
              <a:pPr>
                <a:spcBef>
                  <a:spcPct val="0"/>
                </a:spcBef>
              </a:pPr>
              <a:t>17</a:t>
            </a:fld>
            <a:endParaRPr lang="en-US" altLang="en-US" dirty="0"/>
          </a:p>
        </p:txBody>
      </p:sp>
    </p:spTree>
    <p:extLst>
      <p:ext uri="{BB962C8B-B14F-4D97-AF65-F5344CB8AC3E}">
        <p14:creationId xmlns:p14="http://schemas.microsoft.com/office/powerpoint/2010/main" val="8476845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3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301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6F6E136-D1E4-B34F-B626-B738F4892854}" type="slidenum">
              <a:rPr lang="en-US" altLang="en-US"/>
              <a:pPr>
                <a:spcBef>
                  <a:spcPct val="0"/>
                </a:spcBef>
              </a:pPr>
              <a:t>18</a:t>
            </a:fld>
            <a:endParaRPr lang="en-US" altLang="en-US" dirty="0"/>
          </a:p>
        </p:txBody>
      </p:sp>
    </p:spTree>
    <p:extLst>
      <p:ext uri="{BB962C8B-B14F-4D97-AF65-F5344CB8AC3E}">
        <p14:creationId xmlns:p14="http://schemas.microsoft.com/office/powerpoint/2010/main" val="6280201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5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505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7E451453-2164-C44F-AB7A-F67CC3D1AD60}" type="slidenum">
              <a:rPr lang="en-US" altLang="en-US"/>
              <a:pPr>
                <a:spcBef>
                  <a:spcPct val="0"/>
                </a:spcBef>
              </a:pPr>
              <a:t>19</a:t>
            </a:fld>
            <a:endParaRPr lang="en-US" altLang="en-US" dirty="0"/>
          </a:p>
        </p:txBody>
      </p:sp>
    </p:spTree>
    <p:extLst>
      <p:ext uri="{BB962C8B-B14F-4D97-AF65-F5344CB8AC3E}">
        <p14:creationId xmlns:p14="http://schemas.microsoft.com/office/powerpoint/2010/main" val="2530066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71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71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1B2F0C39-91B4-584D-9F83-07E825E5E025}" type="slidenum">
              <a:rPr lang="en-US" altLang="en-US"/>
              <a:pPr>
                <a:spcBef>
                  <a:spcPct val="0"/>
                </a:spcBef>
              </a:pPr>
              <a:t>20</a:t>
            </a:fld>
            <a:endParaRPr lang="en-US" altLang="en-US" dirty="0"/>
          </a:p>
        </p:txBody>
      </p:sp>
    </p:spTree>
    <p:extLst>
      <p:ext uri="{BB962C8B-B14F-4D97-AF65-F5344CB8AC3E}">
        <p14:creationId xmlns:p14="http://schemas.microsoft.com/office/powerpoint/2010/main" val="2649942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915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9F2766A2-D8AD-A448-B1AC-3A24E72C4D32}" type="slidenum">
              <a:rPr lang="en-US" altLang="en-US"/>
              <a:pPr>
                <a:spcBef>
                  <a:spcPct val="0"/>
                </a:spcBef>
              </a:pPr>
              <a:t>21</a:t>
            </a:fld>
            <a:endParaRPr lang="en-US" altLang="en-US" dirty="0"/>
          </a:p>
        </p:txBody>
      </p:sp>
    </p:spTree>
    <p:extLst>
      <p:ext uri="{BB962C8B-B14F-4D97-AF65-F5344CB8AC3E}">
        <p14:creationId xmlns:p14="http://schemas.microsoft.com/office/powerpoint/2010/main" val="20243729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120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120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AEF0881A-0988-DD4C-A6A4-BC714DB1CF62}" type="slidenum">
              <a:rPr lang="en-US" altLang="en-US"/>
              <a:pPr>
                <a:spcBef>
                  <a:spcPct val="0"/>
                </a:spcBef>
              </a:pPr>
              <a:t>22</a:t>
            </a:fld>
            <a:endParaRPr lang="en-US" altLang="en-US" dirty="0"/>
          </a:p>
        </p:txBody>
      </p:sp>
    </p:spTree>
    <p:extLst>
      <p:ext uri="{BB962C8B-B14F-4D97-AF65-F5344CB8AC3E}">
        <p14:creationId xmlns:p14="http://schemas.microsoft.com/office/powerpoint/2010/main" val="10528856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89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7640B851-A98C-BF43-8937-FBEB4E64CAEE}" type="slidenum">
              <a:rPr lang="en-US" altLang="en-US"/>
              <a:pPr>
                <a:spcBef>
                  <a:spcPct val="0"/>
                </a:spcBef>
              </a:pPr>
              <a:t>23</a:t>
            </a:fld>
            <a:endParaRPr lang="en-US" altLang="en-US" dirty="0"/>
          </a:p>
        </p:txBody>
      </p:sp>
    </p:spTree>
    <p:extLst>
      <p:ext uri="{BB962C8B-B14F-4D97-AF65-F5344CB8AC3E}">
        <p14:creationId xmlns:p14="http://schemas.microsoft.com/office/powerpoint/2010/main" val="7357683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325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325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33ABBCD-C6B5-1345-A080-41E85B9B7210}" type="slidenum">
              <a:rPr lang="en-US" altLang="en-US"/>
              <a:pPr>
                <a:spcBef>
                  <a:spcPct val="0"/>
                </a:spcBef>
              </a:pPr>
              <a:t>24</a:t>
            </a:fld>
            <a:endParaRPr lang="en-US" altLang="en-US" dirty="0"/>
          </a:p>
        </p:txBody>
      </p:sp>
    </p:spTree>
    <p:extLst>
      <p:ext uri="{BB962C8B-B14F-4D97-AF65-F5344CB8AC3E}">
        <p14:creationId xmlns:p14="http://schemas.microsoft.com/office/powerpoint/2010/main" val="5844565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529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529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2D42316-56E1-424C-9454-66E298246EB3}" type="slidenum">
              <a:rPr lang="en-US" altLang="en-US"/>
              <a:pPr>
                <a:spcBef>
                  <a:spcPct val="0"/>
                </a:spcBef>
              </a:pPr>
              <a:t>25</a:t>
            </a:fld>
            <a:endParaRPr lang="en-US" altLang="en-US" dirty="0"/>
          </a:p>
        </p:txBody>
      </p:sp>
    </p:spTree>
    <p:extLst>
      <p:ext uri="{BB962C8B-B14F-4D97-AF65-F5344CB8AC3E}">
        <p14:creationId xmlns:p14="http://schemas.microsoft.com/office/powerpoint/2010/main" val="3704462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529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5529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2D42316-56E1-424C-9454-66E298246EB3}" type="slidenum">
              <a:rPr lang="en-US" altLang="en-US"/>
              <a:pPr>
                <a:spcBef>
                  <a:spcPct val="0"/>
                </a:spcBef>
              </a:pPr>
              <a:t>26</a:t>
            </a:fld>
            <a:endParaRPr lang="en-US" altLang="en-US" dirty="0"/>
          </a:p>
        </p:txBody>
      </p:sp>
    </p:spTree>
    <p:extLst>
      <p:ext uri="{BB962C8B-B14F-4D97-AF65-F5344CB8AC3E}">
        <p14:creationId xmlns:p14="http://schemas.microsoft.com/office/powerpoint/2010/main" val="20234524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73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73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3266069-9798-C448-9791-5FDF34941ADF}" type="slidenum">
              <a:rPr lang="en-US" altLang="en-US"/>
              <a:pPr>
                <a:spcBef>
                  <a:spcPct val="0"/>
                </a:spcBef>
              </a:pPr>
              <a:t>27</a:t>
            </a:fld>
            <a:endParaRPr lang="en-US" altLang="en-US" dirty="0"/>
          </a:p>
        </p:txBody>
      </p:sp>
    </p:spTree>
    <p:extLst>
      <p:ext uri="{BB962C8B-B14F-4D97-AF65-F5344CB8AC3E}">
        <p14:creationId xmlns:p14="http://schemas.microsoft.com/office/powerpoint/2010/main" val="534644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93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939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4D510F4-0578-2748-93CC-103BC1D67680}" type="slidenum">
              <a:rPr lang="en-US" altLang="en-US"/>
              <a:pPr>
                <a:spcBef>
                  <a:spcPct val="0"/>
                </a:spcBef>
              </a:pPr>
              <a:t>28</a:t>
            </a:fld>
            <a:endParaRPr lang="en-US" altLang="en-US" dirty="0"/>
          </a:p>
        </p:txBody>
      </p:sp>
    </p:spTree>
    <p:extLst>
      <p:ext uri="{BB962C8B-B14F-4D97-AF65-F5344CB8AC3E}">
        <p14:creationId xmlns:p14="http://schemas.microsoft.com/office/powerpoint/2010/main" val="6991375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14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14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83864454-F7E8-B94A-8441-B89042C2ED86}" type="slidenum">
              <a:rPr lang="en-US" altLang="en-US"/>
              <a:pPr>
                <a:spcBef>
                  <a:spcPct val="0"/>
                </a:spcBef>
              </a:pPr>
              <a:t>29</a:t>
            </a:fld>
            <a:endParaRPr lang="en-US" altLang="en-US" dirty="0"/>
          </a:p>
        </p:txBody>
      </p:sp>
    </p:spTree>
    <p:extLst>
      <p:ext uri="{BB962C8B-B14F-4D97-AF65-F5344CB8AC3E}">
        <p14:creationId xmlns:p14="http://schemas.microsoft.com/office/powerpoint/2010/main" val="152099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34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349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7F185671-AEBA-F246-874E-DC8B0E55991D}" type="slidenum">
              <a:rPr lang="en-US" altLang="en-US"/>
              <a:pPr>
                <a:spcBef>
                  <a:spcPct val="0"/>
                </a:spcBef>
              </a:pPr>
              <a:t>30</a:t>
            </a:fld>
            <a:endParaRPr lang="en-US" altLang="en-US" dirty="0"/>
          </a:p>
        </p:txBody>
      </p:sp>
    </p:spTree>
    <p:extLst>
      <p:ext uri="{BB962C8B-B14F-4D97-AF65-F5344CB8AC3E}">
        <p14:creationId xmlns:p14="http://schemas.microsoft.com/office/powerpoint/2010/main" val="18985774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55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1748582-B070-734E-A643-662DADEF3A8C}" type="slidenum">
              <a:rPr lang="en-US" altLang="en-US"/>
              <a:pPr>
                <a:spcBef>
                  <a:spcPct val="0"/>
                </a:spcBef>
              </a:pPr>
              <a:t>31</a:t>
            </a:fld>
            <a:endParaRPr lang="en-US" altLang="en-US" dirty="0"/>
          </a:p>
        </p:txBody>
      </p:sp>
    </p:spTree>
    <p:extLst>
      <p:ext uri="{BB962C8B-B14F-4D97-AF65-F5344CB8AC3E}">
        <p14:creationId xmlns:p14="http://schemas.microsoft.com/office/powerpoint/2010/main" val="20799481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75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75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272BD14-FB4F-AF42-AEFB-C10243C74BA4}" type="slidenum">
              <a:rPr lang="en-US" altLang="en-US"/>
              <a:pPr>
                <a:spcBef>
                  <a:spcPct val="0"/>
                </a:spcBef>
              </a:pPr>
              <a:t>32</a:t>
            </a:fld>
            <a:endParaRPr lang="en-US" altLang="en-US" dirty="0"/>
          </a:p>
        </p:txBody>
      </p:sp>
    </p:spTree>
    <p:extLst>
      <p:ext uri="{BB962C8B-B14F-4D97-AF65-F5344CB8AC3E}">
        <p14:creationId xmlns:p14="http://schemas.microsoft.com/office/powerpoint/2010/main" val="9496839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96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96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7A3277AA-B37B-D742-8B1D-73E67B1465D2}" type="slidenum">
              <a:rPr lang="en-US" altLang="en-US"/>
              <a:pPr>
                <a:spcBef>
                  <a:spcPct val="0"/>
                </a:spcBef>
              </a:pPr>
              <a:t>33</a:t>
            </a:fld>
            <a:endParaRPr lang="en-US" altLang="en-US" dirty="0"/>
          </a:p>
        </p:txBody>
      </p:sp>
    </p:spTree>
    <p:extLst>
      <p:ext uri="{BB962C8B-B14F-4D97-AF65-F5344CB8AC3E}">
        <p14:creationId xmlns:p14="http://schemas.microsoft.com/office/powerpoint/2010/main" val="12397839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16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716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367E774E-3712-A442-9877-C289EC398995}" type="slidenum">
              <a:rPr lang="en-US" altLang="en-US"/>
              <a:pPr>
                <a:spcBef>
                  <a:spcPct val="0"/>
                </a:spcBef>
              </a:pPr>
              <a:t>34</a:t>
            </a:fld>
            <a:endParaRPr lang="en-US" altLang="en-US" dirty="0"/>
          </a:p>
        </p:txBody>
      </p:sp>
    </p:spTree>
    <p:extLst>
      <p:ext uri="{BB962C8B-B14F-4D97-AF65-F5344CB8AC3E}">
        <p14:creationId xmlns:p14="http://schemas.microsoft.com/office/powerpoint/2010/main" val="15659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42F6E075-B008-8E49-B067-65B4EC36BCDF}"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0362DDF-A9B4-8340-91B1-62649DE50334}" type="slidenum">
              <a:rPr lang="en-US" altLang="en-US"/>
              <a:pPr>
                <a:defRPr/>
              </a:pPr>
              <a:t>‹#›</a:t>
            </a:fld>
            <a:endParaRPr lang="en-US" altLang="en-US" dirty="0"/>
          </a:p>
        </p:txBody>
      </p:sp>
    </p:spTree>
    <p:extLst>
      <p:ext uri="{BB962C8B-B14F-4D97-AF65-F5344CB8AC3E}">
        <p14:creationId xmlns:p14="http://schemas.microsoft.com/office/powerpoint/2010/main" val="1942023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baseline="0">
                <a:solidFill>
                  <a:schemeClr val="accent2">
                    <a:lumMod val="75000"/>
                  </a:schemeClr>
                </a:solidFill>
                <a:latin typeface="Arial"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indent="0">
              <a:buFont typeface="Wingdings" pitchFamily="2" charset="2"/>
              <a:buNone/>
              <a:defRPr/>
            </a:lvl1pPr>
            <a:lvl2pPr>
              <a:defRPr>
                <a:solidFill>
                  <a:schemeClr val="accent2">
                    <a:lumMod val="75000"/>
                  </a:schemeClr>
                </a:solidFill>
              </a:defRPr>
            </a:lvl2pPr>
            <a:lvl4pPr>
              <a:defRPr>
                <a:solidFill>
                  <a:schemeClr val="accent6">
                    <a:lumMod val="50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7955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5BF7B313-8F01-9E42-A248-DF0408A99D9B}"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090C690-FC1F-5945-B426-FAABF2785618}" type="slidenum">
              <a:rPr lang="en-US" altLang="en-US"/>
              <a:pPr>
                <a:defRPr/>
              </a:pPr>
              <a:t>‹#›</a:t>
            </a:fld>
            <a:endParaRPr lang="en-US" altLang="en-US" dirty="0"/>
          </a:p>
        </p:txBody>
      </p:sp>
    </p:spTree>
    <p:extLst>
      <p:ext uri="{BB962C8B-B14F-4D97-AF65-F5344CB8AC3E}">
        <p14:creationId xmlns:p14="http://schemas.microsoft.com/office/powerpoint/2010/main" val="2129220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4C0E9540-CFDF-0349-AAFA-4BB5B55CA179}"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19DC7357-4743-7E49-835C-60A856F5DA7E}" type="slidenum">
              <a:rPr lang="en-US" altLang="en-US"/>
              <a:pPr>
                <a:defRPr/>
              </a:pPr>
              <a:t>‹#›</a:t>
            </a:fld>
            <a:endParaRPr lang="en-US" altLang="en-US" dirty="0"/>
          </a:p>
        </p:txBody>
      </p:sp>
    </p:spTree>
    <p:extLst>
      <p:ext uri="{BB962C8B-B14F-4D97-AF65-F5344CB8AC3E}">
        <p14:creationId xmlns:p14="http://schemas.microsoft.com/office/powerpoint/2010/main" val="133533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67F72C98-AC5C-904F-90E8-4CA354CD36CF}" type="datetime1">
              <a:rPr lang="en-US" altLang="en-US"/>
              <a:pPr>
                <a:defRPr/>
              </a:pPr>
              <a:t>6/6/24</a:t>
            </a:fld>
            <a:endParaRPr lang="en-US" alt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E9E9C1C6-3AF4-204A-A674-9516BBAC46F2}" type="slidenum">
              <a:rPr lang="en-US" altLang="en-US"/>
              <a:pPr>
                <a:defRPr/>
              </a:pPr>
              <a:t>‹#›</a:t>
            </a:fld>
            <a:endParaRPr lang="en-US" altLang="en-US" dirty="0"/>
          </a:p>
        </p:txBody>
      </p:sp>
    </p:spTree>
    <p:extLst>
      <p:ext uri="{BB962C8B-B14F-4D97-AF65-F5344CB8AC3E}">
        <p14:creationId xmlns:p14="http://schemas.microsoft.com/office/powerpoint/2010/main" val="182081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27EAF42-224F-1344-B2F3-CDCD09895AF7}" type="datetime1">
              <a:rPr lang="en-US" altLang="en-US"/>
              <a:pPr>
                <a:defRPr/>
              </a:pPr>
              <a:t>6/6/24</a:t>
            </a:fld>
            <a:endParaRPr lang="en-US" alt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38682E81-0624-364E-BCFF-FFD85B2724DC}" type="slidenum">
              <a:rPr lang="en-US" altLang="en-US"/>
              <a:pPr>
                <a:defRPr/>
              </a:pPr>
              <a:t>‹#›</a:t>
            </a:fld>
            <a:endParaRPr lang="en-US" altLang="en-US" dirty="0"/>
          </a:p>
        </p:txBody>
      </p:sp>
    </p:spTree>
    <p:extLst>
      <p:ext uri="{BB962C8B-B14F-4D97-AF65-F5344CB8AC3E}">
        <p14:creationId xmlns:p14="http://schemas.microsoft.com/office/powerpoint/2010/main" val="78733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F20D669-FCFD-D348-A5E3-AF8BD2E278E3}" type="datetime1">
              <a:rPr lang="en-US" altLang="en-US"/>
              <a:pPr>
                <a:defRPr/>
              </a:pPr>
              <a:t>6/6/24</a:t>
            </a:fld>
            <a:endParaRPr lang="en-US" alt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B70F3FED-7661-F44B-98C6-87ADE831CFD8}" type="slidenum">
              <a:rPr lang="en-US" altLang="en-US"/>
              <a:pPr>
                <a:defRPr/>
              </a:pPr>
              <a:t>‹#›</a:t>
            </a:fld>
            <a:endParaRPr lang="en-US" altLang="en-US" dirty="0"/>
          </a:p>
        </p:txBody>
      </p:sp>
    </p:spTree>
    <p:extLst>
      <p:ext uri="{BB962C8B-B14F-4D97-AF65-F5344CB8AC3E}">
        <p14:creationId xmlns:p14="http://schemas.microsoft.com/office/powerpoint/2010/main" val="418545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C407CF4-D82F-834D-99FD-4DC58C11B004}"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6BACDA5-AE3A-5C47-AA5A-989A523EB2AA}" type="slidenum">
              <a:rPr lang="en-US" altLang="en-US"/>
              <a:pPr>
                <a:defRPr/>
              </a:pPr>
              <a:t>‹#›</a:t>
            </a:fld>
            <a:endParaRPr lang="en-US" altLang="en-US" dirty="0"/>
          </a:p>
        </p:txBody>
      </p:sp>
    </p:spTree>
    <p:extLst>
      <p:ext uri="{BB962C8B-B14F-4D97-AF65-F5344CB8AC3E}">
        <p14:creationId xmlns:p14="http://schemas.microsoft.com/office/powerpoint/2010/main" val="1488182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8C97F4C-F7C8-2243-BFE5-5C7DB992BF6A}"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F3033C64-FAAF-C142-AD6C-4A216D48E31B}" type="slidenum">
              <a:rPr lang="en-US" altLang="en-US"/>
              <a:pPr>
                <a:defRPr/>
              </a:pPr>
              <a:t>‹#›</a:t>
            </a:fld>
            <a:endParaRPr lang="en-US" altLang="en-US" dirty="0"/>
          </a:p>
        </p:txBody>
      </p:sp>
    </p:spTree>
    <p:extLst>
      <p:ext uri="{BB962C8B-B14F-4D97-AF65-F5344CB8AC3E}">
        <p14:creationId xmlns:p14="http://schemas.microsoft.com/office/powerpoint/2010/main" val="135963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444105-2B69-BF4B-A896-EB88B5EC82F7}"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A622E92-14D3-024F-A4FF-42615D9CECCA}" type="slidenum">
              <a:rPr lang="en-US" altLang="en-US"/>
              <a:pPr>
                <a:defRPr/>
              </a:pPr>
              <a:t>‹#›</a:t>
            </a:fld>
            <a:endParaRPr lang="en-US" altLang="en-US" dirty="0"/>
          </a:p>
        </p:txBody>
      </p:sp>
    </p:spTree>
    <p:extLst>
      <p:ext uri="{BB962C8B-B14F-4D97-AF65-F5344CB8AC3E}">
        <p14:creationId xmlns:p14="http://schemas.microsoft.com/office/powerpoint/2010/main" val="215826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E8A98CC-17F5-514C-8EF9-B4235B6E9D19}"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2877A44-3A5C-7A47-9EA8-E52B6A7309ED}" type="slidenum">
              <a:rPr lang="en-US" altLang="en-US"/>
              <a:pPr>
                <a:defRPr/>
              </a:pPr>
              <a:t>‹#›</a:t>
            </a:fld>
            <a:endParaRPr lang="en-US" altLang="en-US" dirty="0"/>
          </a:p>
        </p:txBody>
      </p:sp>
    </p:spTree>
    <p:extLst>
      <p:ext uri="{BB962C8B-B14F-4D97-AF65-F5344CB8AC3E}">
        <p14:creationId xmlns:p14="http://schemas.microsoft.com/office/powerpoint/2010/main" val="295147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smtClean="0">
                <a:solidFill>
                  <a:srgbClr val="898989"/>
                </a:solidFill>
              </a:defRPr>
            </a:lvl1pPr>
          </a:lstStyle>
          <a:p>
            <a:pPr>
              <a:defRPr/>
            </a:pPr>
            <a:fld id="{C66D4313-3824-C04F-BB91-5F1A45A05532}" type="datetime1">
              <a:rPr lang="en-US" altLang="en-US"/>
              <a:pPr>
                <a:defRPr/>
              </a:pPr>
              <a:t>6/6/24</a:t>
            </a:fld>
            <a:endParaRPr lang="en-US" alt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3819B7E2-A462-FE4A-8F03-166395E9949B}"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805" r:id="rId1"/>
    <p:sldLayoutId id="214748381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Lst>
  <p:txStyles>
    <p:titleStyle>
      <a:lvl1pPr algn="ctr"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2pPr>
      <a:lvl3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3pPr>
      <a:lvl4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4pPr>
      <a:lvl5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5pPr>
      <a:lvl6pPr marL="457200" algn="ctr" rtl="0" eaLnBrk="1" fontAlgn="base" hangingPunct="1">
        <a:spcBef>
          <a:spcPct val="0"/>
        </a:spcBef>
        <a:spcAft>
          <a:spcPct val="0"/>
        </a:spcAft>
        <a:defRPr sz="4400">
          <a:solidFill>
            <a:schemeClr val="tx1"/>
          </a:solidFill>
          <a:latin typeface="Arial Black" pitchFamily="34" charset="0"/>
        </a:defRPr>
      </a:lvl6pPr>
      <a:lvl7pPr marL="914400" algn="ctr" rtl="0" eaLnBrk="1" fontAlgn="base" hangingPunct="1">
        <a:spcBef>
          <a:spcPct val="0"/>
        </a:spcBef>
        <a:spcAft>
          <a:spcPct val="0"/>
        </a:spcAft>
        <a:defRPr sz="4400">
          <a:solidFill>
            <a:schemeClr val="tx1"/>
          </a:solidFill>
          <a:latin typeface="Arial Black" pitchFamily="34" charset="0"/>
        </a:defRPr>
      </a:lvl7pPr>
      <a:lvl8pPr marL="1371600" algn="ctr" rtl="0" eaLnBrk="1" fontAlgn="base" hangingPunct="1">
        <a:spcBef>
          <a:spcPct val="0"/>
        </a:spcBef>
        <a:spcAft>
          <a:spcPct val="0"/>
        </a:spcAft>
        <a:defRPr sz="4400">
          <a:solidFill>
            <a:schemeClr val="tx1"/>
          </a:solidFill>
          <a:latin typeface="Arial Black" pitchFamily="34" charset="0"/>
        </a:defRPr>
      </a:lvl8pPr>
      <a:lvl9pPr marL="1828800" algn="ctr" rtl="0" eaLnBrk="1" fontAlgn="base" hangingPunct="1">
        <a:spcBef>
          <a:spcPct val="0"/>
        </a:spcBef>
        <a:spcAft>
          <a:spcPct val="0"/>
        </a:spcAft>
        <a:defRPr sz="4400">
          <a:solidFill>
            <a:schemeClr val="tx1"/>
          </a:solidFill>
          <a:latin typeface="Arial Black" pitchFamily="34" charset="0"/>
        </a:defRPr>
      </a:lvl9pPr>
    </p:titleStyle>
    <p:bodyStyle>
      <a:lvl1pPr marL="342900" indent="-342900" algn="l" rtl="0" eaLnBrk="0" fontAlgn="base" hangingPunct="0">
        <a:spcBef>
          <a:spcPct val="20000"/>
        </a:spcBef>
        <a:spcAft>
          <a:spcPct val="0"/>
        </a:spcAft>
        <a:buFont typeface="Arial" charset="0"/>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digital.wwnorton.com/bornfire5"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5" descr="Cover: Born in Blood and Fire, A concise history of Latin America, by John Charles Chasteen. The cover image shows a crowded place with people doing various activities and a few guards with weapons."/>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4559300" y="0"/>
            <a:ext cx="4584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2431D351-4D8B-97D3-0470-250B14CD402B}"/>
              </a:ext>
            </a:extLst>
          </p:cNvPr>
          <p:cNvSpPr>
            <a:spLocks noGrp="1"/>
          </p:cNvSpPr>
          <p:nvPr>
            <p:ph type="ctrTitle"/>
          </p:nvPr>
        </p:nvSpPr>
        <p:spPr>
          <a:xfrm>
            <a:off x="381000" y="714375"/>
            <a:ext cx="3981450" cy="1571625"/>
          </a:xfrm>
        </p:spPr>
        <p:txBody>
          <a:bodyPr/>
          <a:lstStyle/>
          <a:p>
            <a:pPr eaLnBrk="1" hangingPunct="1"/>
            <a:r>
              <a:rPr lang="en-US" altLang="en-US" sz="2800" b="1" dirty="0">
                <a:latin typeface="Times New Roman" charset="0"/>
                <a:ea typeface="Times New Roman" charset="0"/>
                <a:cs typeface="Times New Roman" charset="0"/>
              </a:rPr>
              <a:t>Born in Blood &amp; Fire</a:t>
            </a:r>
            <a:br>
              <a:rPr lang="en-US" altLang="en-US" sz="2800" b="1" dirty="0">
                <a:latin typeface="Times New Roman" charset="0"/>
                <a:ea typeface="Times New Roman" charset="0"/>
                <a:cs typeface="Times New Roman" charset="0"/>
              </a:rPr>
            </a:br>
            <a:r>
              <a:rPr lang="en-US" altLang="en-US" sz="2000" dirty="0">
                <a:latin typeface="Times New Roman" charset="0"/>
                <a:ea typeface="Times New Roman" charset="0"/>
                <a:cs typeface="Times New Roman" charset="0"/>
              </a:rPr>
              <a:t>A Concise History of Latin America</a:t>
            </a:r>
            <a:br>
              <a:rPr lang="en-US" altLang="en-US" sz="2000" dirty="0">
                <a:latin typeface="Times New Roman" charset="0"/>
                <a:ea typeface="Times New Roman" charset="0"/>
                <a:cs typeface="Times New Roman" charset="0"/>
              </a:rPr>
            </a:br>
            <a:r>
              <a:rPr lang="en-US" altLang="en-US" sz="2000" dirty="0">
                <a:latin typeface="Times New Roman" charset="0"/>
                <a:ea typeface="Times New Roman" charset="0"/>
                <a:cs typeface="Times New Roman" charset="0"/>
              </a:rPr>
              <a:t>5</a:t>
            </a:r>
            <a:r>
              <a:rPr lang="en-US" altLang="en-US" sz="2000" baseline="30000" dirty="0">
                <a:latin typeface="Times New Roman" charset="0"/>
                <a:ea typeface="Times New Roman" charset="0"/>
                <a:cs typeface="Times New Roman" charset="0"/>
              </a:rPr>
              <a:t>th</a:t>
            </a:r>
            <a:r>
              <a:rPr lang="en-US" altLang="en-US" sz="2000" dirty="0">
                <a:latin typeface="Times New Roman" charset="0"/>
                <a:ea typeface="Times New Roman" charset="0"/>
                <a:cs typeface="Times New Roman" charset="0"/>
              </a:rPr>
              <a:t> Edition</a:t>
            </a:r>
            <a:endParaRPr lang="en-US" altLang="en-US" sz="2800" dirty="0">
              <a:latin typeface="Times New Roman" charset="0"/>
              <a:ea typeface="Times New Roman" charset="0"/>
              <a:cs typeface="Times New Roman" charset="0"/>
            </a:endParaRPr>
          </a:p>
        </p:txBody>
      </p:sp>
      <p:sp>
        <p:nvSpPr>
          <p:cNvPr id="5" name="Text Placeholder 9">
            <a:extLst>
              <a:ext uri="{FF2B5EF4-FFF2-40B4-BE49-F238E27FC236}">
                <a16:creationId xmlns:a16="http://schemas.microsoft.com/office/drawing/2014/main" id="{24E880E0-A6AE-2542-BD8F-D7BB61D4E455}"/>
              </a:ext>
            </a:extLst>
          </p:cNvPr>
          <p:cNvSpPr txBox="1">
            <a:spLocks/>
          </p:cNvSpPr>
          <p:nvPr/>
        </p:nvSpPr>
        <p:spPr bwMode="auto">
          <a:xfrm>
            <a:off x="786209" y="2293257"/>
            <a:ext cx="3171031" cy="385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r>
              <a:rPr lang="en-US" altLang="en-US" sz="1800" dirty="0">
                <a:latin typeface="Times New Roman" charset="0"/>
                <a:ea typeface="Times New Roman" charset="0"/>
                <a:cs typeface="Times New Roman" charset="0"/>
              </a:rPr>
              <a:t>By</a:t>
            </a:r>
          </a:p>
          <a:p>
            <a:pPr marL="0" indent="0" algn="ctr" eaLnBrk="1" hangingPunct="1"/>
            <a:r>
              <a:rPr lang="en-US" altLang="en-US" sz="1800" dirty="0">
                <a:latin typeface="Times New Roman" charset="0"/>
                <a:ea typeface="Times New Roman" charset="0"/>
                <a:cs typeface="Times New Roman" charset="0"/>
              </a:rPr>
              <a:t>John Charles Chasteen</a:t>
            </a:r>
          </a:p>
          <a:p>
            <a:pPr marL="0" indent="0" algn="ctr" eaLnBrk="1" hangingPunct="1"/>
            <a:endParaRPr lang="en-US" altLang="en-US" dirty="0">
              <a:latin typeface="Times New Roman" charset="0"/>
              <a:ea typeface="Times New Roman" charset="0"/>
              <a:cs typeface="Times New Roman" charset="0"/>
            </a:endParaRPr>
          </a:p>
          <a:p>
            <a:pPr marL="0" indent="0" algn="ctr" eaLnBrk="1" hangingPunct="1"/>
            <a:r>
              <a:rPr lang="en-US" altLang="en-US" dirty="0">
                <a:latin typeface="Times New Roman" charset="0"/>
                <a:ea typeface="Times New Roman" charset="0"/>
                <a:cs typeface="Times New Roman" charset="0"/>
              </a:rPr>
              <a:t>Chapter 4:</a:t>
            </a:r>
          </a:p>
          <a:p>
            <a:pPr marL="0" indent="0" algn="ctr" eaLnBrk="1" hangingPunct="1"/>
            <a:r>
              <a:rPr lang="en-US" altLang="en-US" dirty="0">
                <a:latin typeface="Times New Roman" charset="0"/>
                <a:ea typeface="Times New Roman" charset="0"/>
                <a:cs typeface="Times New Roman" charset="0"/>
              </a:rPr>
              <a:t>Independence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6"/>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Independence</a:t>
            </a:r>
          </a:p>
        </p:txBody>
      </p:sp>
      <p:sp>
        <p:nvSpPr>
          <p:cNvPr id="15362" name="Content Placeholder 7"/>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Sudden and unexpected</a:t>
            </a:r>
          </a:p>
          <a:p>
            <a:pPr lvl="1" eaLnBrk="1" hangingPunct="1"/>
            <a:r>
              <a:rPr lang="en-US" altLang="en-US" dirty="0">
                <a:solidFill>
                  <a:schemeClr val="tx1"/>
                </a:solidFill>
                <a:latin typeface="Times New Roman" charset="0"/>
                <a:ea typeface="Times New Roman" charset="0"/>
                <a:cs typeface="Times New Roman" charset="0"/>
              </a:rPr>
              <a:t>Course of fighting shaped societies that would emerge as independent nations</a:t>
            </a:r>
          </a:p>
          <a:p>
            <a:pPr lvl="1" eaLnBrk="1" hangingPunct="1"/>
            <a:r>
              <a:rPr lang="en-US" altLang="en-US" dirty="0">
                <a:solidFill>
                  <a:schemeClr val="tx1"/>
                </a:solidFill>
                <a:latin typeface="Times New Roman" charset="0"/>
                <a:ea typeface="Times New Roman" charset="0"/>
                <a:cs typeface="Times New Roman" charset="0"/>
              </a:rPr>
              <a:t>Led to the creation of a dozen of the world’s first constitutional republics</a:t>
            </a:r>
          </a:p>
          <a:p>
            <a:pPr lvl="1" eaLnBrk="1" hangingPunct="1"/>
            <a:r>
              <a:rPr lang="en-US" altLang="en-US" dirty="0">
                <a:solidFill>
                  <a:schemeClr val="tx1"/>
                </a:solidFill>
                <a:latin typeface="Times New Roman" charset="0"/>
                <a:ea typeface="Times New Roman" charset="0"/>
                <a:cs typeface="Times New Roman" charset="0"/>
              </a:rPr>
              <a:t>Required a sense of belonging and shared purpose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and-white drawing of a man wearing an ornate military uniform on horseback. He points his sword toward the sky. Other men wielding weapons stand beside his horse."/>
          <p:cNvPicPr>
            <a:picLocks noChangeAspect="1"/>
          </p:cNvPicPr>
          <p:nvPr/>
        </p:nvPicPr>
        <p:blipFill>
          <a:blip r:embed="rId3">
            <a:extLst>
              <a:ext uri="{28A0092B-C50C-407E-A947-70E740481C1C}">
                <a14:useLocalDpi xmlns:a14="http://schemas.microsoft.com/office/drawing/2010/main" val="0"/>
              </a:ext>
            </a:extLst>
          </a:blip>
          <a:srcRect/>
          <a:stretch/>
        </p:blipFill>
        <p:spPr>
          <a:xfrm>
            <a:off x="1489150" y="914400"/>
            <a:ext cx="6165699" cy="5512713"/>
          </a:xfrm>
          <a:prstGeom prst="rect">
            <a:avLst/>
          </a:prstGeom>
        </p:spPr>
      </p:pic>
      <p:sp>
        <p:nvSpPr>
          <p:cNvPr id="3" name="TextBox 2"/>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4" name="Title 3"/>
          <p:cNvSpPr>
            <a:spLocks noGrp="1"/>
          </p:cNvSpPr>
          <p:nvPr>
            <p:ph type="title"/>
          </p:nvPr>
        </p:nvSpPr>
        <p:spPr>
          <a:xfrm>
            <a:off x="457200" y="0"/>
            <a:ext cx="8229600" cy="1143000"/>
          </a:xfrm>
        </p:spPr>
        <p:txBody>
          <a:bodyPr/>
          <a:lstStyle/>
          <a:p>
            <a:r>
              <a:rPr lang="en-US" sz="4000" dirty="0">
                <a:latin typeface="Times New Roman" charset="0"/>
                <a:ea typeface="Times New Roman" charset="0"/>
                <a:cs typeface="Times New Roman" charset="0"/>
              </a:rPr>
              <a:t>The Liberator, Simón Bolívar</a:t>
            </a:r>
          </a:p>
        </p:txBody>
      </p:sp>
    </p:spTree>
    <p:extLst>
      <p:ext uri="{BB962C8B-B14F-4D97-AF65-F5344CB8AC3E}">
        <p14:creationId xmlns:p14="http://schemas.microsoft.com/office/powerpoint/2010/main" val="714647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Spanish Rule</a:t>
            </a:r>
          </a:p>
        </p:txBody>
      </p:sp>
      <p:sp>
        <p:nvSpPr>
          <p:cNvPr id="17410" name="Content Placeholder 2"/>
          <p:cNvSpPr>
            <a:spLocks noGrp="1"/>
          </p:cNvSpPr>
          <p:nvPr>
            <p:ph idx="1"/>
          </p:nvPr>
        </p:nvSpPr>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The incompetent rule of Carlos IV in Spain</a:t>
            </a:r>
          </a:p>
          <a:p>
            <a:pPr marL="685800" lvl="1" indent="-331788" eaLnBrk="1" hangingPunct="1"/>
            <a:r>
              <a:rPr lang="en-US" altLang="en-US" dirty="0">
                <a:solidFill>
                  <a:schemeClr val="tx1"/>
                </a:solidFill>
                <a:latin typeface="Times New Roman" charset="0"/>
                <a:ea typeface="Times New Roman" charset="0"/>
                <a:cs typeface="Times New Roman" charset="0"/>
              </a:rPr>
              <a:t>Shirked duties of governance</a:t>
            </a:r>
          </a:p>
          <a:p>
            <a:pPr marL="685800" lvl="1" indent="-331788" eaLnBrk="1" hangingPunct="1"/>
            <a:r>
              <a:rPr lang="en-US" altLang="en-US" dirty="0">
                <a:solidFill>
                  <a:schemeClr val="tx1"/>
                </a:solidFill>
                <a:latin typeface="Times New Roman" charset="0"/>
                <a:ea typeface="Times New Roman" charset="0"/>
                <a:cs typeface="Times New Roman" charset="0"/>
              </a:rPr>
              <a:t>Allowed a hated minister to rule</a:t>
            </a:r>
          </a:p>
          <a:p>
            <a:pPr marL="685800" lvl="1" indent="-331788" eaLnBrk="1" hangingPunct="1"/>
            <a:r>
              <a:rPr lang="en-US" altLang="en-US" dirty="0">
                <a:solidFill>
                  <a:schemeClr val="tx1"/>
                </a:solidFill>
                <a:latin typeface="Times New Roman" charset="0"/>
                <a:ea typeface="Times New Roman" charset="0"/>
                <a:cs typeface="Times New Roman" charset="0"/>
              </a:rPr>
              <a:t>Costly wars bankrupted the government</a:t>
            </a:r>
          </a:p>
          <a:p>
            <a:pPr marL="685800" lvl="1" indent="-331788" eaLnBrk="1" hangingPunct="1"/>
            <a:r>
              <a:rPr lang="en-US" altLang="en-US" dirty="0">
                <a:solidFill>
                  <a:schemeClr val="tx1"/>
                </a:solidFill>
                <a:latin typeface="Times New Roman" charset="0"/>
                <a:ea typeface="Times New Roman" charset="0"/>
                <a:cs typeface="Times New Roman" charset="0"/>
              </a:rPr>
              <a:t>War with England 1796</a:t>
            </a:r>
          </a:p>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Portugal remained allied with England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pPr eaLnBrk="1" hangingPunct="1"/>
            <a:r>
              <a:rPr lang="en-US" altLang="en-US" sz="4000" dirty="0">
                <a:solidFill>
                  <a:schemeClr val="tx1"/>
                </a:solidFill>
                <a:latin typeface="Times New Roman" charset="0"/>
                <a:ea typeface="Times New Roman" charset="0"/>
                <a:cs typeface="Times New Roman" charset="0"/>
              </a:rPr>
              <a:t>Revolution and War in Europe (1/3)</a:t>
            </a:r>
          </a:p>
        </p:txBody>
      </p:sp>
      <p:sp>
        <p:nvSpPr>
          <p:cNvPr id="19458" name="Content Placeholder 2"/>
          <p:cNvSpPr>
            <a:spLocks noGrp="1"/>
          </p:cNvSpPr>
          <p:nvPr>
            <p:ph idx="1"/>
          </p:nvPr>
        </p:nvSpPr>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The French Revolution</a:t>
            </a:r>
          </a:p>
          <a:p>
            <a:pPr marL="685800" lvl="1" indent="-342900" eaLnBrk="1" hangingPunct="1"/>
            <a:r>
              <a:rPr lang="en-US" altLang="en-US" dirty="0">
                <a:solidFill>
                  <a:schemeClr val="tx1"/>
                </a:solidFill>
                <a:latin typeface="Times New Roman" charset="0"/>
                <a:ea typeface="Times New Roman" charset="0"/>
                <a:cs typeface="Times New Roman" charset="0"/>
              </a:rPr>
              <a:t>Challenged monarchy based on divine right</a:t>
            </a:r>
          </a:p>
          <a:p>
            <a:pPr marL="685800" lvl="1" indent="-342900" eaLnBrk="1" hangingPunct="1"/>
            <a:r>
              <a:rPr lang="en-US" altLang="en-US" dirty="0">
                <a:solidFill>
                  <a:schemeClr val="tx1"/>
                </a:solidFill>
                <a:latin typeface="Times New Roman" charset="0"/>
                <a:ea typeface="Times New Roman" charset="0"/>
                <a:cs typeface="Times New Roman" charset="0"/>
              </a:rPr>
              <a:t>Executed king and queen</a:t>
            </a:r>
          </a:p>
          <a:p>
            <a:pPr marL="685800" lvl="1" indent="-342900" eaLnBrk="1" hangingPunct="1"/>
            <a:r>
              <a:rPr lang="en-US" altLang="en-US" dirty="0">
                <a:solidFill>
                  <a:schemeClr val="tx1"/>
                </a:solidFill>
                <a:latin typeface="Times New Roman" charset="0"/>
                <a:ea typeface="Times New Roman" charset="0"/>
                <a:cs typeface="Times New Roman" charset="0"/>
              </a:rPr>
              <a:t>Argued for popular sovereignty </a:t>
            </a:r>
          </a:p>
          <a:p>
            <a:pPr marL="685800" lvl="1" indent="-342900" eaLnBrk="1" hangingPunct="1"/>
            <a:r>
              <a:rPr lang="en-US" altLang="en-US" dirty="0">
                <a:solidFill>
                  <a:schemeClr val="tx1"/>
                </a:solidFill>
                <a:latin typeface="Times New Roman" charset="0"/>
                <a:ea typeface="Times New Roman" charset="0"/>
                <a:cs typeface="Times New Roman" charset="0"/>
              </a:rPr>
              <a:t>Napoleon set out to </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liberate</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Europe.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93340-CDD0-4342-4617-99E5F31B13B2}"/>
            </a:ext>
          </a:extLst>
        </p:cNvPr>
        <p:cNvGrpSpPr/>
        <p:nvPr/>
      </p:nvGrpSpPr>
      <p:grpSpPr>
        <a:xfrm>
          <a:off x="0" y="0"/>
          <a:ext cx="0" cy="0"/>
          <a:chOff x="0" y="0"/>
          <a:chExt cx="0" cy="0"/>
        </a:xfrm>
      </p:grpSpPr>
      <p:sp>
        <p:nvSpPr>
          <p:cNvPr id="19457" name="Title 1">
            <a:extLst>
              <a:ext uri="{FF2B5EF4-FFF2-40B4-BE49-F238E27FC236}">
                <a16:creationId xmlns:a16="http://schemas.microsoft.com/office/drawing/2014/main" id="{814D6B82-9983-EFE6-1B22-8C2A4150CCA9}"/>
              </a:ext>
            </a:extLst>
          </p:cNvPr>
          <p:cNvSpPr>
            <a:spLocks noGrp="1"/>
          </p:cNvSpPr>
          <p:nvPr>
            <p:ph type="title"/>
          </p:nvPr>
        </p:nvSpPr>
        <p:spPr/>
        <p:txBody>
          <a:bodyPr/>
          <a:lstStyle/>
          <a:p>
            <a:pPr eaLnBrk="1" hangingPunct="1"/>
            <a:r>
              <a:rPr lang="en-US" altLang="en-US" sz="4000" dirty="0">
                <a:solidFill>
                  <a:schemeClr val="tx1"/>
                </a:solidFill>
                <a:latin typeface="Times New Roman" charset="0"/>
                <a:ea typeface="Times New Roman" charset="0"/>
                <a:cs typeface="Times New Roman" charset="0"/>
              </a:rPr>
              <a:t>Revolution and War in Europe (2/3)</a:t>
            </a:r>
          </a:p>
        </p:txBody>
      </p:sp>
      <p:sp>
        <p:nvSpPr>
          <p:cNvPr id="19458" name="Content Placeholder 2">
            <a:extLst>
              <a:ext uri="{FF2B5EF4-FFF2-40B4-BE49-F238E27FC236}">
                <a16:creationId xmlns:a16="http://schemas.microsoft.com/office/drawing/2014/main" id="{E203AF59-F50D-1662-E333-ADA45E710114}"/>
              </a:ext>
            </a:extLst>
          </p:cNvPr>
          <p:cNvSpPr>
            <a:spLocks noGrp="1"/>
          </p:cNvSpPr>
          <p:nvPr>
            <p:ph idx="1"/>
          </p:nvPr>
        </p:nvSpPr>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England</a:t>
            </a:r>
            <a:endParaRPr lang="en-US" altLang="en-US" sz="3200" dirty="0">
              <a:solidFill>
                <a:schemeClr val="tx1"/>
              </a:solidFill>
              <a:latin typeface="Times New Roman" charset="0"/>
              <a:ea typeface="Times New Roman" charset="0"/>
              <a:cs typeface="Times New Roman" charset="0"/>
            </a:endParaRPr>
          </a:p>
          <a:p>
            <a:pPr marL="685800" lvl="1" indent="-342900" eaLnBrk="1" hangingPunct="1"/>
            <a:r>
              <a:rPr lang="en-US" altLang="en-US" dirty="0">
                <a:solidFill>
                  <a:schemeClr val="tx1"/>
                </a:solidFill>
                <a:latin typeface="Times New Roman" charset="0"/>
                <a:ea typeface="Times New Roman" charset="0"/>
                <a:cs typeface="Times New Roman" charset="0"/>
              </a:rPr>
              <a:t>Liberal reforms</a:t>
            </a:r>
          </a:p>
          <a:p>
            <a:pPr marL="685800" lvl="1" indent="-342900" eaLnBrk="1" hangingPunct="1"/>
            <a:r>
              <a:rPr lang="en-US" altLang="en-US" dirty="0">
                <a:solidFill>
                  <a:schemeClr val="tx1"/>
                </a:solidFill>
                <a:latin typeface="Times New Roman" charset="0"/>
                <a:ea typeface="Times New Roman" charset="0"/>
                <a:cs typeface="Times New Roman" charset="0"/>
              </a:rPr>
              <a:t>Elected legislature, limited monarchy</a:t>
            </a:r>
          </a:p>
          <a:p>
            <a:pPr marL="685800" lvl="1" indent="-342900" eaLnBrk="1" hangingPunct="1"/>
            <a:r>
              <a:rPr lang="en-US" altLang="en-US" dirty="0">
                <a:solidFill>
                  <a:schemeClr val="tx1"/>
                </a:solidFill>
                <a:latin typeface="Times New Roman" charset="0"/>
                <a:ea typeface="Times New Roman" charset="0"/>
                <a:cs typeface="Times New Roman" charset="0"/>
              </a:rPr>
              <a:t>Allied against Napoleon</a:t>
            </a:r>
          </a:p>
          <a:p>
            <a:pPr eaLnBrk="1" hangingPunct="1">
              <a:buFont typeface="Wingdings" charset="2"/>
              <a:buNone/>
            </a:pPr>
            <a:endParaRPr lang="en-US" altLang="en-US" dirty="0">
              <a:latin typeface="Times New Roman" charset="0"/>
              <a:ea typeface="Times New Roman" charset="0"/>
              <a:cs typeface="Times New Roman" charset="0"/>
            </a:endParaRPr>
          </a:p>
        </p:txBody>
      </p:sp>
    </p:spTree>
    <p:extLst>
      <p:ext uri="{BB962C8B-B14F-4D97-AF65-F5344CB8AC3E}">
        <p14:creationId xmlns:p14="http://schemas.microsoft.com/office/powerpoint/2010/main" val="665437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457200" y="274638"/>
            <a:ext cx="8229600" cy="1173162"/>
          </a:xfrm>
        </p:spPr>
        <p:txBody>
          <a:bodyPr/>
          <a:lstStyle/>
          <a:p>
            <a:pPr eaLnBrk="1" hangingPunct="1"/>
            <a:r>
              <a:rPr lang="en-US" altLang="en-US" sz="4000" dirty="0">
                <a:solidFill>
                  <a:schemeClr val="tx1"/>
                </a:solidFill>
                <a:latin typeface="Times New Roman" charset="0"/>
                <a:ea typeface="Times New Roman" charset="0"/>
                <a:cs typeface="Times New Roman" charset="0"/>
              </a:rPr>
              <a:t>Revolution and War in Europe (3/3)</a:t>
            </a:r>
          </a:p>
        </p:txBody>
      </p:sp>
      <p:sp>
        <p:nvSpPr>
          <p:cNvPr id="21506" name="Content Placeholder 2"/>
          <p:cNvSpPr>
            <a:spLocks noGrp="1"/>
          </p:cNvSpPr>
          <p:nvPr>
            <p:ph idx="1"/>
          </p:nvPr>
        </p:nvSpPr>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Portugal</a:t>
            </a:r>
            <a:endParaRPr lang="en-US" altLang="en-US" sz="3200" dirty="0">
              <a:solidFill>
                <a:schemeClr val="tx1"/>
              </a:solidFill>
              <a:latin typeface="Times New Roman" charset="0"/>
              <a:ea typeface="Times New Roman" charset="0"/>
              <a:cs typeface="Times New Roman" charset="0"/>
            </a:endParaRPr>
          </a:p>
          <a:p>
            <a:pPr marL="685800" lvl="1" indent="-342900" eaLnBrk="1" hangingPunct="1"/>
            <a:r>
              <a:rPr lang="en-US" altLang="en-US" dirty="0">
                <a:solidFill>
                  <a:schemeClr val="tx1"/>
                </a:solidFill>
                <a:latin typeface="Times New Roman" charset="0"/>
                <a:ea typeface="Times New Roman" charset="0"/>
                <a:cs typeface="Times New Roman" charset="0"/>
              </a:rPr>
              <a:t>1807: Portuguese refused to declare war on England.</a:t>
            </a:r>
          </a:p>
          <a:p>
            <a:pPr marL="685800" lvl="1" indent="-342900" eaLnBrk="1" hangingPunct="1"/>
            <a:r>
              <a:rPr lang="en-US" altLang="en-US" dirty="0">
                <a:solidFill>
                  <a:schemeClr val="tx1"/>
                </a:solidFill>
                <a:latin typeface="Times New Roman" charset="0"/>
                <a:ea typeface="Times New Roman" charset="0"/>
                <a:cs typeface="Times New Roman" charset="0"/>
              </a:rPr>
              <a:t>France invades in response.</a:t>
            </a:r>
          </a:p>
          <a:p>
            <a:pPr marL="685800" lvl="1" indent="-342900" eaLnBrk="1" hangingPunct="1"/>
            <a:r>
              <a:rPr lang="en-US" altLang="en-US" dirty="0">
                <a:solidFill>
                  <a:schemeClr val="tx1"/>
                </a:solidFill>
                <a:latin typeface="Times New Roman" charset="0"/>
                <a:ea typeface="Times New Roman" charset="0"/>
                <a:cs typeface="Times New Roman" charset="0"/>
              </a:rPr>
              <a:t>Prince João, royal court flee to Rio de Janeiro.</a:t>
            </a:r>
            <a:endParaRPr lang="en-US" altLang="en-US" sz="3200" dirty="0">
              <a:solidFill>
                <a:schemeClr val="tx1"/>
              </a:solidFill>
              <a:latin typeface="Times New Roman" charset="0"/>
              <a:ea typeface="Times New Roman" charset="0"/>
              <a:cs typeface="Times New Roman" charset="0"/>
            </a:endParaRPr>
          </a:p>
          <a:p>
            <a:pPr marL="685800" lvl="1" indent="-342900" eaLnBrk="1" hangingPunct="1">
              <a:buFont typeface="Arial" charset="0"/>
              <a:buNone/>
            </a:pPr>
            <a:r>
              <a:rPr lang="en-US" altLang="en-US" dirty="0">
                <a:solidFill>
                  <a:schemeClr val="tx1"/>
                </a:solidFill>
                <a:latin typeface="Times New Roman" charset="0"/>
                <a:ea typeface="Times New Roman" charset="0"/>
                <a:cs typeface="Times New Roman" charset="0"/>
              </a:rPr>
              <a:t>Spain</a:t>
            </a:r>
          </a:p>
          <a:p>
            <a:pPr marL="685800" lvl="1" indent="-342900" eaLnBrk="1" hangingPunct="1"/>
            <a:r>
              <a:rPr lang="en-US" altLang="en-US" dirty="0">
                <a:solidFill>
                  <a:schemeClr val="tx1"/>
                </a:solidFill>
                <a:latin typeface="Times New Roman" charset="0"/>
                <a:ea typeface="Times New Roman" charset="0"/>
                <a:cs typeface="Times New Roman" charset="0"/>
              </a:rPr>
              <a:t>Carlos IV and his heir imprisoned by Napoleon.</a:t>
            </a:r>
          </a:p>
          <a:p>
            <a:pPr marL="685800" lvl="1" indent="-342900" eaLnBrk="1" hangingPunct="1"/>
            <a:r>
              <a:rPr lang="en-US" altLang="en-US" dirty="0">
                <a:solidFill>
                  <a:schemeClr val="tx1"/>
                </a:solidFill>
                <a:latin typeface="Times New Roman" charset="0"/>
                <a:ea typeface="Times New Roman" charset="0"/>
                <a:cs typeface="Times New Roman" charset="0"/>
              </a:rPr>
              <a:t>Napoleon places brother Joseph on throne of Spain.</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Portuguese Court in Brazil (1/2)</a:t>
            </a:r>
          </a:p>
        </p:txBody>
      </p:sp>
      <p:sp>
        <p:nvSpPr>
          <p:cNvPr id="23554" name="Content Placeholder 2"/>
          <p:cNvSpPr>
            <a:spLocks noGrp="1"/>
          </p:cNvSpPr>
          <p:nvPr>
            <p:ph idx="1"/>
          </p:nvPr>
        </p:nvSpPr>
        <p:spPr/>
        <p:txBody>
          <a:bodyPr/>
          <a:lstStyle/>
          <a:p>
            <a:pPr marL="342900" lvl="1" indent="0" eaLnBrk="1" hangingPunct="1">
              <a:buNone/>
            </a:pPr>
            <a:r>
              <a:rPr lang="en-US" altLang="en-US" dirty="0">
                <a:solidFill>
                  <a:schemeClr val="tx1"/>
                </a:solidFill>
                <a:latin typeface="Times New Roman" charset="0"/>
                <a:ea typeface="Times New Roman" charset="0"/>
                <a:cs typeface="Times New Roman" charset="0"/>
              </a:rPr>
              <a:t>Maintains legitimacy of government</a:t>
            </a:r>
          </a:p>
          <a:p>
            <a:pPr marL="685800" lvl="2" indent="-288925" eaLnBrk="1" hangingPunct="1">
              <a:buFont typeface="Arial" pitchFamily="34" charset="0"/>
              <a:buChar char="•"/>
            </a:pPr>
            <a:r>
              <a:rPr lang="en-US" altLang="en-US" sz="2800" dirty="0">
                <a:latin typeface="Times New Roman" charset="0"/>
                <a:ea typeface="Times New Roman" charset="0"/>
                <a:cs typeface="Times New Roman" charset="0"/>
              </a:rPr>
              <a:t>Crown inspired obedience</a:t>
            </a:r>
          </a:p>
          <a:p>
            <a:pPr marL="685800" lvl="2" indent="-288925" eaLnBrk="1" hangingPunct="1">
              <a:buFont typeface="Arial" pitchFamily="34" charset="0"/>
              <a:buChar char="•"/>
            </a:pPr>
            <a:r>
              <a:rPr lang="en-US" altLang="en-US" sz="2800" dirty="0">
                <a:latin typeface="Times New Roman" charset="0"/>
                <a:ea typeface="Times New Roman" charset="0"/>
                <a:cs typeface="Times New Roman" charset="0"/>
              </a:rPr>
              <a:t>Royal court now operating within Brazil</a:t>
            </a:r>
          </a:p>
          <a:p>
            <a:pPr marL="685800" lvl="2" indent="-288925" eaLnBrk="1" hangingPunct="1">
              <a:buFont typeface="Arial" pitchFamily="34" charset="0"/>
              <a:buChar char="•"/>
            </a:pPr>
            <a:r>
              <a:rPr lang="en-US" altLang="en-US" sz="2800" dirty="0">
                <a:latin typeface="Times New Roman" charset="0"/>
                <a:ea typeface="Times New Roman" charset="0"/>
                <a:cs typeface="Times New Roman" charset="0"/>
              </a:rPr>
              <a:t>Wealthy Europeans flood Rio de Janeiro</a:t>
            </a:r>
            <a:endParaRPr lang="en-US" altLang="en-US" sz="2800" dirty="0">
              <a:solidFill>
                <a:schemeClr val="tx1"/>
              </a:solidFill>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A016E-9174-28AC-143E-2A1FFBFFCB4C}"/>
            </a:ext>
          </a:extLst>
        </p:cNvPr>
        <p:cNvGrpSpPr/>
        <p:nvPr/>
      </p:nvGrpSpPr>
      <p:grpSpPr>
        <a:xfrm>
          <a:off x="0" y="0"/>
          <a:ext cx="0" cy="0"/>
          <a:chOff x="0" y="0"/>
          <a:chExt cx="0" cy="0"/>
        </a:xfrm>
      </p:grpSpPr>
      <p:sp>
        <p:nvSpPr>
          <p:cNvPr id="23553" name="Title 1">
            <a:extLst>
              <a:ext uri="{FF2B5EF4-FFF2-40B4-BE49-F238E27FC236}">
                <a16:creationId xmlns:a16="http://schemas.microsoft.com/office/drawing/2014/main" id="{4CE4C614-8720-DFFF-B3F5-869545E243FF}"/>
              </a:ext>
            </a:extLst>
          </p:cNvPr>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Portuguese Court in Brazil (2/2)</a:t>
            </a:r>
          </a:p>
        </p:txBody>
      </p:sp>
      <p:sp>
        <p:nvSpPr>
          <p:cNvPr id="23554" name="Content Placeholder 2">
            <a:extLst>
              <a:ext uri="{FF2B5EF4-FFF2-40B4-BE49-F238E27FC236}">
                <a16:creationId xmlns:a16="http://schemas.microsoft.com/office/drawing/2014/main" id="{5225B464-AA7B-4963-E6BE-B0126BDDDB88}"/>
              </a:ext>
            </a:extLst>
          </p:cNvPr>
          <p:cNvSpPr>
            <a:spLocks noGrp="1"/>
          </p:cNvSpPr>
          <p:nvPr>
            <p:ph idx="1"/>
          </p:nvPr>
        </p:nvSpPr>
        <p:spPr/>
        <p:txBody>
          <a:bodyPr/>
          <a:lstStyle/>
          <a:p>
            <a:pPr marL="685800" lvl="1" indent="-288925" eaLnBrk="1" hangingPunct="1">
              <a:buNone/>
            </a:pPr>
            <a:r>
              <a:rPr lang="en-US" altLang="en-US" dirty="0">
                <a:solidFill>
                  <a:schemeClr val="tx1"/>
                </a:solidFill>
                <a:latin typeface="Times New Roman" charset="0"/>
                <a:ea typeface="Times New Roman" charset="0"/>
                <a:cs typeface="Times New Roman" charset="0"/>
              </a:rPr>
              <a:t>Presence of court favors Brazilian elite</a:t>
            </a:r>
          </a:p>
          <a:p>
            <a:pPr marL="685800" lvl="2" indent="-288925" eaLnBrk="1" hangingPunct="1">
              <a:buFont typeface="Arial" pitchFamily="34" charset="0"/>
              <a:buChar char="•"/>
            </a:pPr>
            <a:r>
              <a:rPr lang="en-US" altLang="en-US" sz="2800" dirty="0">
                <a:latin typeface="Times New Roman" charset="0"/>
                <a:ea typeface="Times New Roman" charset="0"/>
                <a:cs typeface="Times New Roman" charset="0"/>
              </a:rPr>
              <a:t>New wealth</a:t>
            </a:r>
          </a:p>
          <a:p>
            <a:pPr marL="685800" lvl="2" indent="-288925" eaLnBrk="1" hangingPunct="1">
              <a:buFont typeface="Arial" pitchFamily="34" charset="0"/>
              <a:buChar char="•"/>
            </a:pPr>
            <a:r>
              <a:rPr lang="en-US" altLang="en-US" sz="2800" dirty="0">
                <a:latin typeface="Times New Roman" charset="0"/>
                <a:ea typeface="Times New Roman" charset="0"/>
                <a:cs typeface="Times New Roman" charset="0"/>
              </a:rPr>
              <a:t>Access to the King</a:t>
            </a:r>
            <a:r>
              <a:rPr lang="ja-JP" altLang="en-US" sz="2800" dirty="0">
                <a:latin typeface="Times New Roman" charset="0"/>
                <a:ea typeface="Times New Roman" charset="0"/>
                <a:cs typeface="Times New Roman" charset="0"/>
              </a:rPr>
              <a:t>’</a:t>
            </a:r>
            <a:r>
              <a:rPr lang="en-US" altLang="ja-JP" sz="2800" dirty="0">
                <a:latin typeface="Times New Roman" charset="0"/>
                <a:ea typeface="Times New Roman" charset="0"/>
                <a:cs typeface="Times New Roman" charset="0"/>
              </a:rPr>
              <a:t>s ear</a:t>
            </a:r>
          </a:p>
          <a:p>
            <a:pPr marL="685800" lvl="2" indent="-288925" eaLnBrk="1" hangingPunct="1">
              <a:buFont typeface="Arial" pitchFamily="34" charset="0"/>
              <a:buChar char="•"/>
            </a:pPr>
            <a:r>
              <a:rPr lang="en-US" altLang="en-US" sz="2800" dirty="0">
                <a:latin typeface="Times New Roman" charset="0"/>
                <a:ea typeface="Times New Roman" charset="0"/>
                <a:cs typeface="Times New Roman" charset="0"/>
              </a:rPr>
              <a:t>João ends Portuguese trade monopoly</a:t>
            </a:r>
          </a:p>
          <a:p>
            <a:pPr marL="1143000" lvl="3" indent="-288925" eaLnBrk="1" hangingPunct="1">
              <a:buFont typeface="Arial" pitchFamily="34" charset="0"/>
              <a:buChar char="•"/>
            </a:pPr>
            <a:r>
              <a:rPr lang="en-US" altLang="en-US" sz="2400" dirty="0">
                <a:solidFill>
                  <a:schemeClr val="tx1"/>
                </a:solidFill>
                <a:latin typeface="Times New Roman" charset="0"/>
                <a:ea typeface="Times New Roman" charset="0"/>
                <a:cs typeface="Times New Roman" charset="0"/>
              </a:rPr>
              <a:t>Brazil allowed to trade with other powers </a:t>
            </a:r>
          </a:p>
          <a:p>
            <a:pPr eaLnBrk="1" hangingPunct="1">
              <a:buFont typeface="Wingdings" charset="2"/>
              <a:buNone/>
            </a:pPr>
            <a:endParaRPr lang="en-US" altLang="en-US" dirty="0">
              <a:latin typeface="Times New Roman" charset="0"/>
              <a:ea typeface="Times New Roman" charset="0"/>
              <a:cs typeface="Times New Roman" charset="0"/>
            </a:endParaRPr>
          </a:p>
        </p:txBody>
      </p:sp>
    </p:spTree>
    <p:extLst>
      <p:ext uri="{BB962C8B-B14F-4D97-AF65-F5344CB8AC3E}">
        <p14:creationId xmlns:p14="http://schemas.microsoft.com/office/powerpoint/2010/main" val="806673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Spanish Crisis</a:t>
            </a:r>
          </a:p>
        </p:txBody>
      </p:sp>
      <p:sp>
        <p:nvSpPr>
          <p:cNvPr id="25602"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Imprisonment of King creates legitimacy crisis</a:t>
            </a:r>
          </a:p>
          <a:p>
            <a:pPr marL="685800" lvl="1" indent="-342900" eaLnBrk="1" hangingPunct="1"/>
            <a:r>
              <a:rPr lang="en-US" altLang="en-US" dirty="0">
                <a:solidFill>
                  <a:schemeClr val="tx1"/>
                </a:solidFill>
                <a:latin typeface="Times New Roman" charset="0"/>
                <a:ea typeface="Times New Roman" charset="0"/>
                <a:cs typeface="Times New Roman" charset="0"/>
              </a:rPr>
              <a:t>Central Junta</a:t>
            </a:r>
          </a:p>
          <a:p>
            <a:pPr lvl="2" eaLnBrk="1" hangingPunct="1"/>
            <a:r>
              <a:rPr lang="en-US" altLang="en-US" dirty="0">
                <a:latin typeface="Times New Roman" charset="0"/>
                <a:ea typeface="Times New Roman" charset="0"/>
                <a:cs typeface="Times New Roman" charset="0"/>
              </a:rPr>
              <a:t>Chosen entirely from within Spain</a:t>
            </a:r>
          </a:p>
          <a:p>
            <a:pPr lvl="2" eaLnBrk="1" hangingPunct="1"/>
            <a:r>
              <a:rPr lang="en-US" altLang="en-US" dirty="0">
                <a:latin typeface="Times New Roman" charset="0"/>
                <a:ea typeface="Times New Roman" charset="0"/>
                <a:cs typeface="Times New Roman" charset="0"/>
              </a:rPr>
              <a:t>No representation of Spanish Americans</a:t>
            </a:r>
          </a:p>
          <a:p>
            <a:pPr lvl="2" eaLnBrk="1" hangingPunct="1"/>
            <a:r>
              <a:rPr lang="en-US" altLang="en-US" dirty="0">
                <a:latin typeface="Times New Roman" charset="0"/>
                <a:ea typeface="Times New Roman" charset="0"/>
                <a:cs typeface="Times New Roman" charset="0"/>
              </a:rPr>
              <a:t>Spanish Americans reject rule of Junta</a:t>
            </a:r>
          </a:p>
          <a:p>
            <a:pPr lvl="2" eaLnBrk="1" hangingPunct="1"/>
            <a:r>
              <a:rPr lang="en-US" altLang="en-US" dirty="0">
                <a:latin typeface="Times New Roman" charset="0"/>
                <a:ea typeface="Times New Roman" charset="0"/>
                <a:cs typeface="Times New Roman" charset="0"/>
              </a:rPr>
              <a:t>Constitution of Cadiz</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Spanish American Rebellions</a:t>
            </a:r>
          </a:p>
        </p:txBody>
      </p:sp>
      <p:sp>
        <p:nvSpPr>
          <p:cNvPr id="27650" name="Content Placeholder 2"/>
          <p:cNvSpPr>
            <a:spLocks noGrp="1"/>
          </p:cNvSpPr>
          <p:nvPr>
            <p:ph idx="1"/>
          </p:nvPr>
        </p:nvSpPr>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Who were the rebels?</a:t>
            </a:r>
          </a:p>
          <a:p>
            <a:pPr marL="685800" lvl="1" indent="-342900" eaLnBrk="1" hangingPunct="1"/>
            <a:r>
              <a:rPr lang="en-US" altLang="en-US" dirty="0">
                <a:solidFill>
                  <a:schemeClr val="tx1"/>
                </a:solidFill>
                <a:latin typeface="Times New Roman" charset="0"/>
                <a:ea typeface="Times New Roman" charset="0"/>
                <a:cs typeface="Times New Roman" charset="0"/>
              </a:rPr>
              <a:t>Creole patriots</a:t>
            </a:r>
          </a:p>
          <a:p>
            <a:pPr lvl="2" eaLnBrk="1" hangingPunct="1"/>
            <a:r>
              <a:rPr lang="en-US" altLang="en-US" dirty="0">
                <a:latin typeface="Times New Roman" charset="0"/>
                <a:ea typeface="Times New Roman" charset="0"/>
                <a:cs typeface="Times New Roman" charset="0"/>
              </a:rPr>
              <a:t>American-born whites</a:t>
            </a:r>
          </a:p>
          <a:p>
            <a:pPr lvl="2" eaLnBrk="1" hangingPunct="1"/>
            <a:r>
              <a:rPr lang="en-US" altLang="en-US" dirty="0">
                <a:latin typeface="Times New Roman" charset="0"/>
                <a:ea typeface="Times New Roman" charset="0"/>
                <a:cs typeface="Times New Roman" charset="0"/>
              </a:rPr>
              <a:t>In 1700s, growing resentment toward privilege of Peninsular Spanish</a:t>
            </a:r>
          </a:p>
          <a:p>
            <a:pPr marL="685800" lvl="1" indent="-342900" eaLnBrk="1" hangingPunct="1"/>
            <a:r>
              <a:rPr lang="en-US" altLang="en-US" dirty="0">
                <a:solidFill>
                  <a:schemeClr val="tx1"/>
                </a:solidFill>
                <a:latin typeface="Times New Roman" charset="0"/>
                <a:ea typeface="Times New Roman" charset="0"/>
                <a:cs typeface="Times New Roman" charset="0"/>
              </a:rPr>
              <a:t>Nonwhites care little for rivalry at top</a:t>
            </a:r>
          </a:p>
          <a:p>
            <a:pPr lvl="2" eaLnBrk="1" hangingPunct="1"/>
            <a:r>
              <a:rPr lang="en-US" altLang="en-US" dirty="0">
                <a:latin typeface="Times New Roman" charset="0"/>
                <a:ea typeface="Times New Roman" charset="0"/>
                <a:cs typeface="Times New Roman" charset="0"/>
              </a:rPr>
              <a:t>Resentment directed at Creoles</a:t>
            </a:r>
          </a:p>
          <a:p>
            <a:pPr lvl="2" eaLnBrk="1" hangingPunct="1"/>
            <a:r>
              <a:rPr lang="en-US" altLang="en-US" dirty="0">
                <a:latin typeface="Times New Roman" charset="0"/>
                <a:ea typeface="Times New Roman" charset="0"/>
                <a:cs typeface="Times New Roman" charset="0"/>
              </a:rPr>
              <a:t>Creoles kept people of mixed-race down.</a:t>
            </a:r>
          </a:p>
          <a:p>
            <a:pPr lvl="2" eaLnBrk="1" hangingPunct="1"/>
            <a:r>
              <a:rPr lang="en-US" altLang="en-US" dirty="0">
                <a:latin typeface="Times New Roman" charset="0"/>
                <a:ea typeface="Times New Roman" charset="0"/>
                <a:cs typeface="Times New Roman" charset="0"/>
              </a:rPr>
              <a:t>Plenty of reasons to rebel, but not against Peninsulares </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map titled, Campaigns of Independence Wars. The map depicts the following details: Hidalgo and Morelos's campaigns traveled around Mexico, and in between them, Mexican Independence was declared by Iturbide in 1821. After Cabildo Abierto in Caracas in April 1810, Bolívar led a campaign down the northwestern coast of South America and met with San Martín, who led a campaign up the southwest coast after the May Revolution in Buenos Aires in 1810. They met at the Royalist Stronghold in the Andes, at the Battle of Ayacucho in 1824. The map also shows the Rebellion at Pernambuco in 1817 on the eastern coast of Brazil, and where Brazilian Independence was declared by Prince Pedro in 1822."/>
          <p:cNvPicPr>
            <a:picLocks noChangeAspect="1"/>
          </p:cNvPicPr>
          <p:nvPr/>
        </p:nvPicPr>
        <p:blipFill>
          <a:blip r:embed="rId3"/>
          <a:stretch>
            <a:fillRect/>
          </a:stretch>
        </p:blipFill>
        <p:spPr>
          <a:xfrm>
            <a:off x="0" y="0"/>
            <a:ext cx="4724400" cy="6866860"/>
          </a:xfrm>
          <a:prstGeom prst="rect">
            <a:avLst/>
          </a:prstGeom>
        </p:spPr>
      </p:pic>
      <p:sp>
        <p:nvSpPr>
          <p:cNvPr id="3" name="TextBox 2"/>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5" name="Title 4">
            <a:extLst>
              <a:ext uri="{FF2B5EF4-FFF2-40B4-BE49-F238E27FC236}">
                <a16:creationId xmlns:a16="http://schemas.microsoft.com/office/drawing/2014/main" id="{68DD0ADB-3ADF-B4C0-0E7B-4A7BD123F6EA}"/>
              </a:ext>
            </a:extLst>
          </p:cNvPr>
          <p:cNvSpPr txBox="1">
            <a:spLocks/>
          </p:cNvSpPr>
          <p:nvPr/>
        </p:nvSpPr>
        <p:spPr bwMode="auto">
          <a:xfrm>
            <a:off x="4953000" y="0"/>
            <a:ext cx="39624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2pPr>
            <a:lvl3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3pPr>
            <a:lvl4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4pPr>
            <a:lvl5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5pPr>
            <a:lvl6pPr marL="457200" algn="ctr" rtl="0" eaLnBrk="1" fontAlgn="base" hangingPunct="1">
              <a:spcBef>
                <a:spcPct val="0"/>
              </a:spcBef>
              <a:spcAft>
                <a:spcPct val="0"/>
              </a:spcAft>
              <a:defRPr sz="4400">
                <a:solidFill>
                  <a:schemeClr val="tx1"/>
                </a:solidFill>
                <a:latin typeface="Arial Black" pitchFamily="34" charset="0"/>
              </a:defRPr>
            </a:lvl6pPr>
            <a:lvl7pPr marL="914400" algn="ctr" rtl="0" eaLnBrk="1" fontAlgn="base" hangingPunct="1">
              <a:spcBef>
                <a:spcPct val="0"/>
              </a:spcBef>
              <a:spcAft>
                <a:spcPct val="0"/>
              </a:spcAft>
              <a:defRPr sz="4400">
                <a:solidFill>
                  <a:schemeClr val="tx1"/>
                </a:solidFill>
                <a:latin typeface="Arial Black" pitchFamily="34" charset="0"/>
              </a:defRPr>
            </a:lvl7pPr>
            <a:lvl8pPr marL="1371600" algn="ctr" rtl="0" eaLnBrk="1" fontAlgn="base" hangingPunct="1">
              <a:spcBef>
                <a:spcPct val="0"/>
              </a:spcBef>
              <a:spcAft>
                <a:spcPct val="0"/>
              </a:spcAft>
              <a:defRPr sz="4400">
                <a:solidFill>
                  <a:schemeClr val="tx1"/>
                </a:solidFill>
                <a:latin typeface="Arial Black" pitchFamily="34" charset="0"/>
              </a:defRPr>
            </a:lvl8pPr>
            <a:lvl9pPr marL="1828800" algn="ctr" rtl="0" eaLnBrk="1" fontAlgn="base" hangingPunct="1">
              <a:spcBef>
                <a:spcPct val="0"/>
              </a:spcBef>
              <a:spcAft>
                <a:spcPct val="0"/>
              </a:spcAft>
              <a:defRPr sz="4400">
                <a:solidFill>
                  <a:schemeClr val="tx1"/>
                </a:solidFill>
                <a:latin typeface="Arial Black" pitchFamily="34" charset="0"/>
              </a:defRPr>
            </a:lvl9pPr>
          </a:lstStyle>
          <a:p>
            <a:r>
              <a:rPr lang="en-US" sz="3600" dirty="0">
                <a:latin typeface="Times New Roman" panose="02020603050405020304" pitchFamily="18" charset="0"/>
                <a:cs typeface="Times New Roman" panose="02020603050405020304" pitchFamily="18" charset="0"/>
              </a:rPr>
              <a:t>Campaigns of Independence Wars</a:t>
            </a:r>
          </a:p>
        </p:txBody>
      </p:sp>
    </p:spTree>
    <p:extLst>
      <p:ext uri="{BB962C8B-B14F-4D97-AF65-F5344CB8AC3E}">
        <p14:creationId xmlns:p14="http://schemas.microsoft.com/office/powerpoint/2010/main" val="650035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Mexican Independence</a:t>
            </a:r>
          </a:p>
        </p:txBody>
      </p:sp>
      <p:sp>
        <p:nvSpPr>
          <p:cNvPr id="29698"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Background to rebellion</a:t>
            </a:r>
          </a:p>
          <a:p>
            <a:pPr lvl="2" eaLnBrk="1" hangingPunct="1"/>
            <a:r>
              <a:rPr lang="en-US" altLang="en-US" dirty="0">
                <a:latin typeface="Times New Roman" charset="0"/>
                <a:ea typeface="Times New Roman" charset="0"/>
                <a:cs typeface="Times New Roman" charset="0"/>
              </a:rPr>
              <a:t>Most profitable colony</a:t>
            </a:r>
          </a:p>
          <a:p>
            <a:pPr lvl="2" eaLnBrk="1" hangingPunct="1"/>
            <a:r>
              <a:rPr lang="en-US" altLang="en-US" dirty="0">
                <a:latin typeface="Times New Roman" charset="0"/>
                <a:ea typeface="Times New Roman" charset="0"/>
                <a:cs typeface="Times New Roman" charset="0"/>
              </a:rPr>
              <a:t>Peninsulares were only 1 percent of population.</a:t>
            </a:r>
          </a:p>
          <a:p>
            <a:pPr lvl="2" eaLnBrk="1" hangingPunct="1"/>
            <a:r>
              <a:rPr lang="en-US" altLang="en-US" dirty="0">
                <a:latin typeface="Times New Roman" charset="0"/>
                <a:ea typeface="Times New Roman" charset="0"/>
                <a:cs typeface="Times New Roman" charset="0"/>
              </a:rPr>
              <a:t>Creole resentment ran high.</a:t>
            </a:r>
          </a:p>
          <a:p>
            <a:pPr marL="685800" lvl="1" indent="-342900" eaLnBrk="1" hangingPunct="1"/>
            <a:r>
              <a:rPr lang="en-US" altLang="en-US" dirty="0">
                <a:solidFill>
                  <a:schemeClr val="tx1"/>
                </a:solidFill>
                <a:latin typeface="Times New Roman" charset="0"/>
                <a:ea typeface="Times New Roman" charset="0"/>
                <a:cs typeface="Times New Roman" charset="0"/>
              </a:rPr>
              <a:t>1808 cabildo of Mexico City</a:t>
            </a:r>
          </a:p>
          <a:p>
            <a:pPr lvl="2" eaLnBrk="1" hangingPunct="1"/>
            <a:r>
              <a:rPr lang="en-US" altLang="en-US" dirty="0">
                <a:latin typeface="Times New Roman" charset="0"/>
                <a:ea typeface="Times New Roman" charset="0"/>
                <a:cs typeface="Times New Roman" charset="0"/>
              </a:rPr>
              <a:t>Representative assembly to rule for Fernando VII</a:t>
            </a:r>
          </a:p>
          <a:p>
            <a:pPr lvl="2" eaLnBrk="1" hangingPunct="1"/>
            <a:r>
              <a:rPr lang="en-US" altLang="en-US" dirty="0">
                <a:latin typeface="Times New Roman" charset="0"/>
                <a:ea typeface="Times New Roman" charset="0"/>
                <a:cs typeface="Times New Roman" charset="0"/>
              </a:rPr>
              <a:t>Peninsulares unseated viceroy</a:t>
            </a:r>
          </a:p>
          <a:p>
            <a:pPr lvl="2" eaLnBrk="1" hangingPunct="1"/>
            <a:r>
              <a:rPr lang="en-US" altLang="en-US" dirty="0">
                <a:latin typeface="Times New Roman" charset="0"/>
                <a:ea typeface="Times New Roman" charset="0"/>
                <a:cs typeface="Times New Roman" charset="0"/>
              </a:rPr>
              <a:t>1810 Creole conspiracy in mining regions sparks rebellion of indigenous and mestizo peasants.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Father Miguel Hidalgo</a:t>
            </a:r>
          </a:p>
        </p:txBody>
      </p:sp>
      <p:sp>
        <p:nvSpPr>
          <p:cNvPr id="31746" name="Content Placeholder 2"/>
          <p:cNvSpPr>
            <a:spLocks noGrp="1"/>
          </p:cNvSpPr>
          <p:nvPr>
            <p:ph idx="1"/>
          </p:nvPr>
        </p:nvSpPr>
        <p:spPr/>
        <p:txBody>
          <a:bodyPr/>
          <a:lstStyle/>
          <a:p>
            <a:pPr marL="806450" lvl="2" indent="-349250" eaLnBrk="1" hangingPunct="1">
              <a:buFont typeface="Arial" pitchFamily="34" charset="0"/>
              <a:buChar char="•"/>
            </a:pPr>
            <a:r>
              <a:rPr lang="en-US" altLang="en-US" sz="2800" dirty="0">
                <a:latin typeface="Times New Roman" charset="0"/>
                <a:ea typeface="Times New Roman" charset="0"/>
                <a:cs typeface="Times New Roman" charset="0"/>
              </a:rPr>
              <a:t>Nonconformist intellectual priest</a:t>
            </a:r>
          </a:p>
          <a:p>
            <a:pPr marL="806450" lvl="2" indent="-349250" eaLnBrk="1" hangingPunct="1">
              <a:buFont typeface="Arial" pitchFamily="34" charset="0"/>
              <a:buChar char="•"/>
            </a:pPr>
            <a:r>
              <a:rPr lang="en-US" altLang="en-US" sz="2800" dirty="0">
                <a:latin typeface="Times New Roman" charset="0"/>
                <a:ea typeface="Times New Roman" charset="0"/>
                <a:cs typeface="Times New Roman" charset="0"/>
              </a:rPr>
              <a:t>Declared need to defend Mexico against Peninsular usurpers of Fernando VII</a:t>
            </a:r>
            <a:r>
              <a:rPr lang="ja-JP" altLang="en-US" sz="2800">
                <a:latin typeface="Times New Roman" charset="0"/>
                <a:ea typeface="Times New Roman" charset="0"/>
                <a:cs typeface="Times New Roman" charset="0"/>
              </a:rPr>
              <a:t>’</a:t>
            </a:r>
            <a:r>
              <a:rPr lang="en-US" altLang="ja-JP" sz="2800" dirty="0">
                <a:latin typeface="Times New Roman" charset="0"/>
                <a:ea typeface="Times New Roman" charset="0"/>
                <a:cs typeface="Times New Roman" charset="0"/>
              </a:rPr>
              <a:t>s authority</a:t>
            </a:r>
          </a:p>
          <a:p>
            <a:pPr marL="806450" lvl="2" indent="-349250" eaLnBrk="1" hangingPunct="1">
              <a:buFont typeface="Arial" pitchFamily="34" charset="0"/>
              <a:buChar char="•"/>
            </a:pPr>
            <a:r>
              <a:rPr lang="en-US" altLang="en-US" sz="2800" dirty="0">
                <a:latin typeface="Times New Roman" charset="0"/>
                <a:ea typeface="Times New Roman" charset="0"/>
                <a:cs typeface="Times New Roman" charset="0"/>
              </a:rPr>
              <a:t>Poor, rural people joined rebellion</a:t>
            </a:r>
          </a:p>
          <a:p>
            <a:pPr marL="1143000" lvl="3" indent="-288925" eaLnBrk="1" hangingPunct="1">
              <a:buFont typeface="Calibri" pitchFamily="34" charset="0"/>
              <a:buChar char="–"/>
            </a:pPr>
            <a:r>
              <a:rPr lang="en-US" altLang="en-US" sz="2400" dirty="0">
                <a:solidFill>
                  <a:schemeClr val="tx1"/>
                </a:solidFill>
                <a:latin typeface="Times New Roman" charset="0"/>
                <a:ea typeface="Times New Roman" charset="0"/>
                <a:cs typeface="Times New Roman" charset="0"/>
              </a:rPr>
              <a:t>Weapons were farming tools.</a:t>
            </a:r>
          </a:p>
          <a:p>
            <a:pPr marL="1143000" lvl="3" indent="-288925" eaLnBrk="1" hangingPunct="1">
              <a:buFont typeface="Calibri" pitchFamily="34" charset="0"/>
              <a:buChar char="–"/>
            </a:pPr>
            <a:r>
              <a:rPr lang="en-US" altLang="en-US" sz="2400" dirty="0">
                <a:solidFill>
                  <a:schemeClr val="tx1"/>
                </a:solidFill>
                <a:latin typeface="Times New Roman" charset="0"/>
                <a:ea typeface="Times New Roman" charset="0"/>
                <a:cs typeface="Times New Roman" charset="0"/>
              </a:rPr>
              <a:t>Peninsulares and Creoles were killed in large numbers.</a:t>
            </a:r>
          </a:p>
          <a:p>
            <a:pPr marL="1143000" lvl="3" indent="-288925" eaLnBrk="1" hangingPunct="1">
              <a:buFont typeface="Calibri" pitchFamily="34" charset="0"/>
              <a:buChar char="–"/>
            </a:pPr>
            <a:r>
              <a:rPr lang="en-US" altLang="en-US" sz="2400" dirty="0">
                <a:solidFill>
                  <a:schemeClr val="tx1"/>
                </a:solidFill>
                <a:latin typeface="Times New Roman" charset="0"/>
                <a:ea typeface="Times New Roman" charset="0"/>
                <a:cs typeface="Times New Roman" charset="0"/>
              </a:rPr>
              <a:t>Undisciplined and out of control</a:t>
            </a:r>
          </a:p>
          <a:p>
            <a:pPr marL="1143000" lvl="3" indent="-288925" eaLnBrk="1" hangingPunct="1">
              <a:buFont typeface="Calibri" pitchFamily="34" charset="0"/>
              <a:buChar char="–"/>
            </a:pPr>
            <a:r>
              <a:rPr lang="en-US" altLang="en-US" sz="2400" dirty="0">
                <a:solidFill>
                  <a:schemeClr val="tx1"/>
                </a:solidFill>
                <a:latin typeface="Times New Roman" charset="0"/>
                <a:ea typeface="Times New Roman" charset="0"/>
                <a:cs typeface="Times New Roman" charset="0"/>
              </a:rPr>
              <a:t>Army dispersed after few months</a:t>
            </a:r>
          </a:p>
          <a:p>
            <a:pPr marL="1143000" lvl="3" indent="-288925" eaLnBrk="1" hangingPunct="1">
              <a:buFont typeface="Calibri" pitchFamily="34" charset="0"/>
              <a:buChar char="–"/>
            </a:pPr>
            <a:r>
              <a:rPr lang="en-US" altLang="en-US" sz="2400" dirty="0">
                <a:solidFill>
                  <a:schemeClr val="tx1"/>
                </a:solidFill>
                <a:latin typeface="Times New Roman" charset="0"/>
                <a:ea typeface="Times New Roman" charset="0"/>
                <a:cs typeface="Times New Roman" charset="0"/>
              </a:rPr>
              <a:t>Hidalgo was captured and executed.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Father José María Morelos</a:t>
            </a:r>
          </a:p>
        </p:txBody>
      </p:sp>
      <p:sp>
        <p:nvSpPr>
          <p:cNvPr id="33794" name="Content Placeholder 2"/>
          <p:cNvSpPr>
            <a:spLocks noGrp="1"/>
          </p:cNvSpPr>
          <p:nvPr>
            <p:ph idx="1"/>
          </p:nvPr>
        </p:nvSpPr>
        <p:spPr/>
        <p:txBody>
          <a:bodyPr/>
          <a:lstStyle/>
          <a:p>
            <a:pPr marL="854075" lvl="2" indent="-396875" eaLnBrk="1" hangingPunct="1">
              <a:buFont typeface="Arial" pitchFamily="34" charset="0"/>
              <a:buChar char="•"/>
              <a:tabLst>
                <a:tab pos="854075" algn="l"/>
              </a:tabLst>
            </a:pPr>
            <a:r>
              <a:rPr lang="en-US" altLang="en-US" sz="2800" dirty="0">
                <a:latin typeface="Times New Roman" charset="0"/>
                <a:ea typeface="Times New Roman" charset="0"/>
                <a:cs typeface="Times New Roman" charset="0"/>
              </a:rPr>
              <a:t>Officer in Hidalgo</a:t>
            </a:r>
            <a:r>
              <a:rPr lang="ja-JP" altLang="en-US" sz="2800">
                <a:latin typeface="Times New Roman" charset="0"/>
                <a:ea typeface="Times New Roman" charset="0"/>
                <a:cs typeface="Times New Roman" charset="0"/>
              </a:rPr>
              <a:t>’</a:t>
            </a:r>
            <a:r>
              <a:rPr lang="en-US" altLang="ja-JP" sz="2800" dirty="0">
                <a:latin typeface="Times New Roman" charset="0"/>
                <a:ea typeface="Times New Roman" charset="0"/>
                <a:cs typeface="Times New Roman" charset="0"/>
              </a:rPr>
              <a:t>s rebellion</a:t>
            </a:r>
          </a:p>
          <a:p>
            <a:pPr marL="854075" lvl="2" indent="-396875" eaLnBrk="1" hangingPunct="1">
              <a:buFont typeface="Arial" pitchFamily="34" charset="0"/>
              <a:buChar char="•"/>
              <a:tabLst>
                <a:tab pos="854075" algn="l"/>
              </a:tabLst>
            </a:pPr>
            <a:r>
              <a:rPr lang="en-US" altLang="en-US" sz="2800" dirty="0">
                <a:latin typeface="Times New Roman" charset="0"/>
                <a:ea typeface="Times New Roman" charset="0"/>
                <a:cs typeface="Times New Roman" charset="0"/>
              </a:rPr>
              <a:t>Mestizo</a:t>
            </a:r>
          </a:p>
          <a:p>
            <a:pPr marL="854075" lvl="2" indent="-396875" eaLnBrk="1" hangingPunct="1">
              <a:buFont typeface="Arial" pitchFamily="34" charset="0"/>
              <a:buChar char="•"/>
              <a:tabLst>
                <a:tab pos="854075" algn="l"/>
              </a:tabLst>
            </a:pPr>
            <a:r>
              <a:rPr lang="en-US" altLang="en-US" sz="2800" dirty="0">
                <a:latin typeface="Times New Roman" charset="0"/>
                <a:ea typeface="Times New Roman" charset="0"/>
                <a:cs typeface="Times New Roman" charset="0"/>
              </a:rPr>
              <a:t>More organized and disciplined army</a:t>
            </a:r>
          </a:p>
          <a:p>
            <a:pPr marL="854075" lvl="2" indent="-396875" eaLnBrk="1" hangingPunct="1">
              <a:buFont typeface="Arial" pitchFamily="34" charset="0"/>
              <a:buChar char="•"/>
              <a:tabLst>
                <a:tab pos="854075" algn="l"/>
              </a:tabLst>
            </a:pPr>
            <a:r>
              <a:rPr lang="en-US" altLang="en-US" sz="2800" dirty="0">
                <a:latin typeface="Times New Roman" charset="0"/>
                <a:ea typeface="Times New Roman" charset="0"/>
                <a:cs typeface="Times New Roman" charset="0"/>
              </a:rPr>
              <a:t>Clear goals</a:t>
            </a:r>
          </a:p>
          <a:p>
            <a:pPr marL="854075" lvl="2" indent="-396875" eaLnBrk="1" hangingPunct="1">
              <a:buFont typeface="Arial" pitchFamily="34" charset="0"/>
              <a:buChar char="•"/>
              <a:tabLst>
                <a:tab pos="854075" algn="l"/>
              </a:tabLst>
            </a:pPr>
            <a:r>
              <a:rPr lang="en-US" altLang="en-US" sz="2800" dirty="0">
                <a:latin typeface="Times New Roman" charset="0"/>
                <a:ea typeface="Times New Roman" charset="0"/>
                <a:cs typeface="Times New Roman" charset="0"/>
              </a:rPr>
              <a:t>Declared Mexican independence in 1813</a:t>
            </a:r>
          </a:p>
          <a:p>
            <a:pPr marL="854075" lvl="2" indent="-396875" eaLnBrk="1" hangingPunct="1">
              <a:buFont typeface="Arial" pitchFamily="34" charset="0"/>
              <a:buChar char="•"/>
              <a:tabLst>
                <a:tab pos="854075" algn="l"/>
              </a:tabLst>
            </a:pPr>
            <a:r>
              <a:rPr lang="en-US" altLang="en-US" sz="2800" dirty="0">
                <a:latin typeface="Times New Roman" charset="0"/>
                <a:ea typeface="Times New Roman" charset="0"/>
                <a:cs typeface="Times New Roman" charset="0"/>
              </a:rPr>
              <a:t>Attracted few Creoles</a:t>
            </a:r>
          </a:p>
          <a:p>
            <a:pPr marL="854075" lvl="2" indent="-396875" eaLnBrk="1" hangingPunct="1">
              <a:buFont typeface="Arial" pitchFamily="34" charset="0"/>
              <a:buChar char="•"/>
              <a:tabLst>
                <a:tab pos="854075" algn="l"/>
              </a:tabLst>
            </a:pPr>
            <a:r>
              <a:rPr lang="en-US" altLang="en-US" sz="2800" dirty="0">
                <a:latin typeface="Times New Roman" charset="0"/>
                <a:ea typeface="Times New Roman" charset="0"/>
                <a:cs typeface="Times New Roman" charset="0"/>
              </a:rPr>
              <a:t>Morelos was captured and executed.</a:t>
            </a:r>
          </a:p>
          <a:p>
            <a:pPr marL="1143000" lvl="1" indent="-288925" eaLnBrk="1" hangingPunct="1">
              <a:buFont typeface="Calibri" pitchFamily="34" charset="0"/>
              <a:buChar char="–"/>
            </a:pPr>
            <a:r>
              <a:rPr lang="en-US" altLang="en-US" sz="2400" dirty="0">
                <a:solidFill>
                  <a:schemeClr val="tx1"/>
                </a:solidFill>
                <a:latin typeface="Times New Roman" charset="0"/>
                <a:ea typeface="Times New Roman" charset="0"/>
                <a:cs typeface="Times New Roman" charset="0"/>
              </a:rPr>
              <a:t>Small bands of rebels continued fighting colonial rule.</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Peru’s Slower Start</a:t>
            </a:r>
          </a:p>
        </p:txBody>
      </p:sp>
      <p:sp>
        <p:nvSpPr>
          <p:cNvPr id="35842"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Creoles were wary of mobilizing the indigenous population due to the history of Tupac Amaru II.</a:t>
            </a:r>
          </a:p>
          <a:p>
            <a:pPr marL="685800" lvl="1" indent="-342900" eaLnBrk="1" hangingPunct="1"/>
            <a:r>
              <a:rPr lang="en-US" altLang="en-US" dirty="0">
                <a:solidFill>
                  <a:schemeClr val="tx1"/>
                </a:solidFill>
                <a:latin typeface="Times New Roman" charset="0"/>
                <a:ea typeface="Times New Roman" charset="0"/>
                <a:cs typeface="Times New Roman" charset="0"/>
              </a:rPr>
              <a:t>Remained relatively quiet as rebellions began elsewhere</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Creoles </a:t>
            </a:r>
          </a:p>
        </p:txBody>
      </p:sp>
      <p:sp>
        <p:nvSpPr>
          <p:cNvPr id="39938"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Creoles need support from below to win independence.</a:t>
            </a:r>
          </a:p>
          <a:p>
            <a:pPr marL="800100" lvl="1" indent="-457200" eaLnBrk="1" hangingPunct="1"/>
            <a:r>
              <a:rPr lang="en-US" altLang="en-US" dirty="0">
                <a:solidFill>
                  <a:schemeClr val="tx1"/>
                </a:solidFill>
                <a:latin typeface="Times New Roman" charset="0"/>
                <a:ea typeface="Times New Roman" charset="0"/>
                <a:cs typeface="Times New Roman" charset="0"/>
              </a:rPr>
              <a:t>The exploited majority was uninterested in or unaware of Republicanism or liberal ideas.</a:t>
            </a:r>
          </a:p>
          <a:p>
            <a:pPr marL="800100" lvl="1" indent="-457200" eaLnBrk="1" hangingPunct="1"/>
            <a:r>
              <a:rPr lang="en-US" altLang="en-US" dirty="0">
                <a:solidFill>
                  <a:schemeClr val="tx1"/>
                </a:solidFill>
                <a:latin typeface="Times New Roman" charset="0"/>
                <a:ea typeface="Times New Roman" charset="0"/>
                <a:cs typeface="Times New Roman" charset="0"/>
              </a:rPr>
              <a:t>Creoles had little interest in changing a social hierarchy they dominated.</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Nativism</a:t>
            </a:r>
          </a:p>
        </p:txBody>
      </p:sp>
      <p:sp>
        <p:nvSpPr>
          <p:cNvPr id="41986"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American identity based on birthplace</a:t>
            </a:r>
          </a:p>
          <a:p>
            <a:pPr lvl="2" eaLnBrk="1" hangingPunct="1"/>
            <a:r>
              <a:rPr lang="en-US" altLang="en-US" dirty="0">
                <a:latin typeface="Times New Roman" charset="0"/>
                <a:ea typeface="Times New Roman" charset="0"/>
                <a:cs typeface="Times New Roman" charset="0"/>
              </a:rPr>
              <a:t>All born in Americas were Americanos</a:t>
            </a:r>
          </a:p>
          <a:p>
            <a:pPr lvl="2" eaLnBrk="1" hangingPunct="1"/>
            <a:r>
              <a:rPr lang="en-US" altLang="en-US" dirty="0">
                <a:latin typeface="Times New Roman" charset="0"/>
                <a:ea typeface="Times New Roman" charset="0"/>
                <a:cs typeface="Times New Roman" charset="0"/>
              </a:rPr>
              <a:t>Joins classes and races against Spanish </a:t>
            </a:r>
          </a:p>
          <a:p>
            <a:pPr lvl="2" eaLnBrk="1" hangingPunct="1"/>
            <a:r>
              <a:rPr lang="en-US" altLang="en-US" dirty="0">
                <a:latin typeface="Times New Roman" charset="0"/>
                <a:ea typeface="Times New Roman" charset="0"/>
                <a:cs typeface="Times New Roman" charset="0"/>
              </a:rPr>
              <a:t>Emotionally appealing, mobilized anti-foreign resentments</a:t>
            </a:r>
          </a:p>
          <a:p>
            <a:pPr marL="685800" lvl="1" indent="-342900" eaLnBrk="1" hangingPunct="1"/>
            <a:r>
              <a:rPr lang="en-US" altLang="en-US" dirty="0">
                <a:solidFill>
                  <a:schemeClr val="tx1"/>
                </a:solidFill>
                <a:latin typeface="Times New Roman" charset="0"/>
                <a:ea typeface="Times New Roman" charset="0"/>
                <a:cs typeface="Times New Roman" charset="0"/>
              </a:rPr>
              <a:t>Few Creole patriot leaders wanted actual equality.</a:t>
            </a:r>
          </a:p>
          <a:p>
            <a:pPr lvl="2" eaLnBrk="1" hangingPunct="1"/>
            <a:r>
              <a:rPr lang="en-US" altLang="en-US" dirty="0">
                <a:latin typeface="Times New Roman" charset="0"/>
                <a:ea typeface="Times New Roman" charset="0"/>
                <a:cs typeface="Times New Roman" charset="0"/>
              </a:rPr>
              <a:t>Needed to mobilize support</a:t>
            </a:r>
          </a:p>
          <a:p>
            <a:pPr lvl="2" eaLnBrk="1" hangingPunct="1"/>
            <a:r>
              <a:rPr lang="en-US" altLang="en-US" dirty="0">
                <a:latin typeface="Times New Roman" charset="0"/>
                <a:ea typeface="Times New Roman" charset="0"/>
                <a:cs typeface="Times New Roman" charset="0"/>
              </a:rPr>
              <a:t>Intended to replace Peninsulares </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Brazilian Independence</a:t>
            </a:r>
          </a:p>
        </p:txBody>
      </p:sp>
      <p:sp>
        <p:nvSpPr>
          <p:cNvPr id="44034"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Discontent begins</a:t>
            </a:r>
          </a:p>
          <a:p>
            <a:pPr lvl="2" eaLnBrk="1" hangingPunct="1"/>
            <a:r>
              <a:rPr lang="en-US" altLang="en-US" dirty="0">
                <a:latin typeface="Times New Roman" charset="0"/>
                <a:ea typeface="Times New Roman" charset="0"/>
                <a:cs typeface="Times New Roman" charset="0"/>
              </a:rPr>
              <a:t>Royal court in Brazil was expensive.</a:t>
            </a:r>
          </a:p>
          <a:p>
            <a:pPr lvl="2" eaLnBrk="1" hangingPunct="1"/>
            <a:r>
              <a:rPr lang="en-US" altLang="en-US" dirty="0">
                <a:latin typeface="Times New Roman" charset="0"/>
                <a:ea typeface="Times New Roman" charset="0"/>
                <a:cs typeface="Times New Roman" charset="0"/>
              </a:rPr>
              <a:t>Unpopular and costly war with Spanish neighbors</a:t>
            </a:r>
          </a:p>
          <a:p>
            <a:pPr lvl="2" eaLnBrk="1" hangingPunct="1"/>
            <a:r>
              <a:rPr lang="en-US" altLang="en-US" dirty="0">
                <a:latin typeface="Times New Roman" charset="0"/>
                <a:ea typeface="Times New Roman" charset="0"/>
                <a:cs typeface="Times New Roman" charset="0"/>
              </a:rPr>
              <a:t>João restricts slave trade</a:t>
            </a:r>
          </a:p>
          <a:p>
            <a:pPr marL="685800" lvl="1" indent="-331788" eaLnBrk="1" hangingPunct="1"/>
            <a:r>
              <a:rPr lang="en-US" altLang="en-US" dirty="0">
                <a:solidFill>
                  <a:schemeClr val="tx1"/>
                </a:solidFill>
                <a:latin typeface="Times New Roman" charset="0"/>
                <a:ea typeface="Times New Roman" charset="0"/>
                <a:cs typeface="Times New Roman" charset="0"/>
              </a:rPr>
              <a:t>Moves toward independence</a:t>
            </a:r>
          </a:p>
          <a:p>
            <a:pPr lvl="2" eaLnBrk="1" hangingPunct="1"/>
            <a:r>
              <a:rPr lang="en-US" altLang="en-US" dirty="0">
                <a:latin typeface="Times New Roman" charset="0"/>
                <a:ea typeface="Times New Roman" charset="0"/>
                <a:cs typeface="Times New Roman" charset="0"/>
              </a:rPr>
              <a:t>Influx of foreigners</a:t>
            </a:r>
          </a:p>
          <a:p>
            <a:pPr lvl="2" eaLnBrk="1" hangingPunct="1"/>
            <a:r>
              <a:rPr lang="en-US" altLang="en-US" dirty="0">
                <a:latin typeface="Times New Roman" charset="0"/>
                <a:ea typeface="Times New Roman" charset="0"/>
                <a:cs typeface="Times New Roman" charset="0"/>
              </a:rPr>
              <a:t>1817: attempted liberal revolution in Pernambuco</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Portuguese Response</a:t>
            </a:r>
          </a:p>
        </p:txBody>
      </p:sp>
      <p:sp>
        <p:nvSpPr>
          <p:cNvPr id="46082"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Portuguese actions</a:t>
            </a:r>
          </a:p>
          <a:p>
            <a:pPr lvl="2" eaLnBrk="1" hangingPunct="1"/>
            <a:r>
              <a:rPr lang="en-US" altLang="en-US" dirty="0">
                <a:latin typeface="Times New Roman" charset="0"/>
                <a:ea typeface="Times New Roman" charset="0"/>
                <a:cs typeface="Times New Roman" charset="0"/>
              </a:rPr>
              <a:t>Assembly demands João</a:t>
            </a:r>
            <a:r>
              <a:rPr lang="ja-JP" altLang="en-US" dirty="0">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s return </a:t>
            </a:r>
          </a:p>
          <a:p>
            <a:pPr lvl="2" eaLnBrk="1" hangingPunct="1"/>
            <a:r>
              <a:rPr lang="en-US" altLang="en-US" dirty="0">
                <a:latin typeface="Times New Roman" charset="0"/>
                <a:ea typeface="Times New Roman" charset="0"/>
                <a:cs typeface="Times New Roman" charset="0"/>
              </a:rPr>
              <a:t>João declares Brazil a kingdom.</a:t>
            </a:r>
          </a:p>
          <a:p>
            <a:pPr lvl="2" eaLnBrk="1" hangingPunct="1"/>
            <a:r>
              <a:rPr lang="en-US" altLang="en-US" dirty="0">
                <a:latin typeface="Times New Roman" charset="0"/>
                <a:ea typeface="Times New Roman" charset="0"/>
                <a:cs typeface="Times New Roman" charset="0"/>
              </a:rPr>
              <a:t>Assembly wants Brazil returned to colonial status</a:t>
            </a:r>
          </a:p>
          <a:p>
            <a:pPr lvl="2" eaLnBrk="1" hangingPunct="1"/>
            <a:r>
              <a:rPr lang="en-US" altLang="en-US" dirty="0">
                <a:latin typeface="Times New Roman" charset="0"/>
                <a:ea typeface="Times New Roman" charset="0"/>
                <a:cs typeface="Times New Roman" charset="0"/>
              </a:rPr>
              <a:t>João returns to Lisbon in 1821.</a:t>
            </a:r>
          </a:p>
          <a:p>
            <a:pPr lvl="2" eaLnBrk="1" hangingPunct="1"/>
            <a:r>
              <a:rPr lang="en-US" altLang="en-US" dirty="0">
                <a:latin typeface="Times New Roman" charset="0"/>
                <a:ea typeface="Times New Roman" charset="0"/>
                <a:cs typeface="Times New Roman" charset="0"/>
              </a:rPr>
              <a:t>Leaves Prince Pedro in Rio</a:t>
            </a:r>
          </a:p>
          <a:p>
            <a:pPr lvl="1" eaLnBrk="1" hangingPunct="1"/>
            <a:r>
              <a:rPr lang="en-US" altLang="en-US" dirty="0">
                <a:solidFill>
                  <a:schemeClr val="tx1"/>
                </a:solidFill>
                <a:latin typeface="Times New Roman" charset="0"/>
                <a:ea typeface="Times New Roman" charset="0"/>
                <a:cs typeface="Times New Roman" charset="0"/>
              </a:rPr>
              <a:t>Rio control falters</a:t>
            </a:r>
          </a:p>
          <a:p>
            <a:pPr lvl="2" eaLnBrk="1" hangingPunct="1"/>
            <a:r>
              <a:rPr lang="en-US" altLang="en-US" dirty="0">
                <a:latin typeface="Times New Roman" charset="0"/>
                <a:ea typeface="Times New Roman" charset="0"/>
                <a:cs typeface="Times New Roman" charset="0"/>
              </a:rPr>
              <a:t>Several provinces create liberal juntas.</a:t>
            </a:r>
          </a:p>
          <a:p>
            <a:pPr lvl="2" eaLnBrk="1" hangingPunct="1"/>
            <a:r>
              <a:rPr lang="en-US" altLang="en-US" dirty="0">
                <a:latin typeface="Times New Roman" charset="0"/>
                <a:ea typeface="Times New Roman" charset="0"/>
                <a:cs typeface="Times New Roman" charset="0"/>
              </a:rPr>
              <a:t>Send their own representatives to Lisbon</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Political Antagonisms</a:t>
            </a:r>
          </a:p>
        </p:txBody>
      </p:sp>
      <p:sp>
        <p:nvSpPr>
          <p:cNvPr id="4813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Brazilian Party</a:t>
            </a:r>
          </a:p>
          <a:p>
            <a:pPr lvl="2" eaLnBrk="1" hangingPunct="1"/>
            <a:r>
              <a:rPr lang="en-US" altLang="en-US" dirty="0">
                <a:latin typeface="Times New Roman" charset="0"/>
                <a:ea typeface="Times New Roman" charset="0"/>
                <a:cs typeface="Times New Roman" charset="0"/>
              </a:rPr>
              <a:t>Rio de Janeiro elites form party to resist recolonization</a:t>
            </a:r>
          </a:p>
          <a:p>
            <a:pPr lvl="2" eaLnBrk="1" hangingPunct="1"/>
            <a:r>
              <a:rPr lang="en-US" altLang="en-US" dirty="0">
                <a:latin typeface="Times New Roman" charset="0"/>
                <a:ea typeface="Times New Roman" charset="0"/>
                <a:cs typeface="Times New Roman" charset="0"/>
              </a:rPr>
              <a:t>Uses nativist rhetoric</a:t>
            </a:r>
          </a:p>
          <a:p>
            <a:pPr lvl="1" eaLnBrk="1" hangingPunct="1"/>
            <a:r>
              <a:rPr lang="en-US" altLang="en-US" dirty="0">
                <a:solidFill>
                  <a:schemeClr val="tx1"/>
                </a:solidFill>
                <a:latin typeface="Times New Roman" charset="0"/>
                <a:ea typeface="Times New Roman" charset="0"/>
                <a:cs typeface="Times New Roman" charset="0"/>
              </a:rPr>
              <a:t>Independence</a:t>
            </a:r>
          </a:p>
          <a:p>
            <a:pPr lvl="2" eaLnBrk="1" hangingPunct="1"/>
            <a:r>
              <a:rPr lang="en-US" altLang="en-US" dirty="0">
                <a:latin typeface="Times New Roman" charset="0"/>
                <a:ea typeface="Times New Roman" charset="0"/>
                <a:cs typeface="Times New Roman" charset="0"/>
              </a:rPr>
              <a:t>Portuguese demand Pedro return to Lisbon.</a:t>
            </a:r>
          </a:p>
          <a:p>
            <a:pPr lvl="2" eaLnBrk="1" hangingPunct="1"/>
            <a:r>
              <a:rPr lang="en-US" altLang="en-US" dirty="0">
                <a:latin typeface="Times New Roman" charset="0"/>
                <a:ea typeface="Times New Roman" charset="0"/>
                <a:cs typeface="Times New Roman" charset="0"/>
              </a:rPr>
              <a:t>Pedro refuses to return. </a:t>
            </a:r>
          </a:p>
          <a:p>
            <a:pPr lvl="3" eaLnBrk="1" hangingPunct="1"/>
            <a:r>
              <a:rPr lang="en-US" altLang="en-US" sz="2400" dirty="0">
                <a:solidFill>
                  <a:schemeClr val="tx1"/>
                </a:solidFill>
                <a:latin typeface="Times New Roman" charset="0"/>
                <a:ea typeface="Times New Roman" charset="0"/>
                <a:cs typeface="Times New Roman" charset="0"/>
              </a:rPr>
              <a:t>Declares Brazilian independence</a:t>
            </a:r>
          </a:p>
          <a:p>
            <a:pPr lvl="3" eaLnBrk="1" hangingPunct="1"/>
            <a:r>
              <a:rPr lang="en-US" altLang="en-US" sz="2400" dirty="0">
                <a:solidFill>
                  <a:schemeClr val="tx1"/>
                </a:solidFill>
                <a:latin typeface="Times New Roman" charset="0"/>
                <a:ea typeface="Times New Roman" charset="0"/>
                <a:cs typeface="Times New Roman" charset="0"/>
              </a:rPr>
              <a:t>Calls for representatives to write a constitution </a:t>
            </a:r>
          </a:p>
          <a:p>
            <a:pPr lvl="3" eaLnBrk="1" hangingPunct="1"/>
            <a:r>
              <a:rPr lang="en-US" altLang="en-US" sz="2400" dirty="0">
                <a:solidFill>
                  <a:schemeClr val="tx1"/>
                </a:solidFill>
                <a:latin typeface="Times New Roman" charset="0"/>
                <a:ea typeface="Times New Roman" charset="0"/>
                <a:cs typeface="Times New Roman" charset="0"/>
              </a:rPr>
              <a:t>Portuguese army resistance quickly defeated</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Return of Fernando</a:t>
            </a:r>
          </a:p>
        </p:txBody>
      </p:sp>
      <p:sp>
        <p:nvSpPr>
          <p:cNvPr id="50178"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Napoleon is defeated at Waterloo.</a:t>
            </a:r>
          </a:p>
          <a:p>
            <a:pPr marL="685800" lvl="1" indent="-342900" eaLnBrk="1" hangingPunct="1"/>
            <a:r>
              <a:rPr lang="en-US" altLang="en-US" dirty="0">
                <a:solidFill>
                  <a:schemeClr val="tx1"/>
                </a:solidFill>
                <a:latin typeface="Times New Roman" charset="0"/>
                <a:ea typeface="Times New Roman" charset="0"/>
                <a:cs typeface="Times New Roman" charset="0"/>
              </a:rPr>
              <a:t>Fernando returns to power.</a:t>
            </a:r>
          </a:p>
          <a:p>
            <a:pPr marL="685800" lvl="1" indent="-342900" eaLnBrk="1" hangingPunct="1"/>
            <a:r>
              <a:rPr lang="en-US" altLang="en-US" dirty="0">
                <a:solidFill>
                  <a:schemeClr val="tx1"/>
                </a:solidFill>
                <a:latin typeface="Times New Roman" charset="0"/>
                <a:ea typeface="Times New Roman" charset="0"/>
                <a:cs typeface="Times New Roman" charset="0"/>
              </a:rPr>
              <a:t>Renounces constitution of Cádiz</a:t>
            </a:r>
          </a:p>
          <a:p>
            <a:pPr marL="685800" lvl="1" indent="-342900" eaLnBrk="1" hangingPunct="1"/>
            <a:r>
              <a:rPr lang="en-US" altLang="en-US" dirty="0">
                <a:solidFill>
                  <a:schemeClr val="tx1"/>
                </a:solidFill>
                <a:latin typeface="Times New Roman" charset="0"/>
                <a:ea typeface="Times New Roman" charset="0"/>
                <a:cs typeface="Times New Roman" charset="0"/>
              </a:rPr>
              <a:t>Sets out to crush Spanish American rebellions</a:t>
            </a:r>
          </a:p>
          <a:p>
            <a:pPr marL="685800" lvl="1" indent="-342900" eaLnBrk="1" hangingPunct="1"/>
            <a:r>
              <a:rPr lang="en-US" altLang="en-US" dirty="0">
                <a:solidFill>
                  <a:schemeClr val="tx1"/>
                </a:solidFill>
                <a:latin typeface="Times New Roman" charset="0"/>
                <a:ea typeface="Times New Roman" charset="0"/>
                <a:cs typeface="Times New Roman" charset="0"/>
              </a:rPr>
              <a:t>Rebels forced to commit to independence.</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“Fringe Colonies”</a:t>
            </a:r>
          </a:p>
        </p:txBody>
      </p:sp>
      <p:sp>
        <p:nvSpPr>
          <p:cNvPr id="37890" name="Content Placeholder 2"/>
          <p:cNvSpPr>
            <a:spLocks noGrp="1"/>
          </p:cNvSpPr>
          <p:nvPr>
            <p:ph idx="1"/>
          </p:nvPr>
        </p:nvSpPr>
        <p:spPr/>
        <p:txBody>
          <a:bodyPr/>
          <a:lstStyle/>
          <a:p>
            <a:pPr marL="800100" lvl="1" indent="-457200" eaLnBrk="1" hangingPunct="1"/>
            <a:r>
              <a:rPr lang="en-US" altLang="ja-JP" dirty="0">
                <a:solidFill>
                  <a:schemeClr val="tx1"/>
                </a:solidFill>
                <a:latin typeface="Times New Roman" charset="0"/>
                <a:ea typeface="Times New Roman" charset="0"/>
                <a:cs typeface="Times New Roman" charset="0"/>
              </a:rPr>
              <a:t>Argentina and Venezuela</a:t>
            </a:r>
          </a:p>
          <a:p>
            <a:pPr marL="800100" lvl="1" indent="-457200" eaLnBrk="1" hangingPunct="1"/>
            <a:r>
              <a:rPr lang="en-US" altLang="en-US" dirty="0">
                <a:solidFill>
                  <a:schemeClr val="tx1"/>
                </a:solidFill>
                <a:latin typeface="Times New Roman" charset="0"/>
                <a:ea typeface="Times New Roman" charset="0"/>
                <a:cs typeface="Times New Roman" charset="0"/>
              </a:rPr>
              <a:t>Creoles were less cautious. </a:t>
            </a:r>
          </a:p>
          <a:p>
            <a:pPr marL="800100" lvl="1" indent="-457200" eaLnBrk="1" hangingPunct="1"/>
            <a:r>
              <a:rPr lang="en-US" altLang="en-US" dirty="0">
                <a:solidFill>
                  <a:schemeClr val="tx1"/>
                </a:solidFill>
                <a:latin typeface="Times New Roman" charset="0"/>
                <a:ea typeface="Times New Roman" charset="0"/>
                <a:cs typeface="Times New Roman" charset="0"/>
              </a:rPr>
              <a:t>Both countries had horses and horsemen. </a:t>
            </a:r>
          </a:p>
          <a:p>
            <a:pPr marL="800100" lvl="1" indent="-457200" eaLnBrk="1" hangingPunct="1"/>
            <a:r>
              <a:rPr lang="en-US" altLang="en-US" i="1" dirty="0">
                <a:solidFill>
                  <a:schemeClr val="tx1"/>
                </a:solidFill>
                <a:latin typeface="Times New Roman" charset="0"/>
                <a:ea typeface="Times New Roman" charset="0"/>
                <a:cs typeface="Times New Roman" charset="0"/>
              </a:rPr>
              <a:t>Cabildos abiertas </a:t>
            </a:r>
            <a:r>
              <a:rPr lang="en-US" altLang="en-US" dirty="0">
                <a:solidFill>
                  <a:schemeClr val="tx1"/>
                </a:solidFill>
                <a:latin typeface="Times New Roman" charset="0"/>
                <a:ea typeface="Times New Roman" charset="0"/>
                <a:cs typeface="Times New Roman" charset="0"/>
              </a:rPr>
              <a:t>in Caracas and Buenos Aires</a:t>
            </a:r>
          </a:p>
          <a:p>
            <a:pPr marL="800100" lvl="1" indent="-457200" eaLnBrk="1" hangingPunct="1"/>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Taking off the mask of Fernando</a:t>
            </a:r>
            <a:r>
              <a:rPr lang="ja-JP" altLang="en-US" dirty="0">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Patriot Victories in Mexico</a:t>
            </a:r>
          </a:p>
        </p:txBody>
      </p:sp>
      <p:sp>
        <p:nvSpPr>
          <p:cNvPr id="52226" name="Content Placeholder 2"/>
          <p:cNvSpPr>
            <a:spLocks noGrp="1"/>
          </p:cNvSpPr>
          <p:nvPr>
            <p:ph idx="1"/>
          </p:nvPr>
        </p:nvSpPr>
        <p:spPr>
          <a:xfrm>
            <a:off x="457200" y="1600200"/>
            <a:ext cx="8229600" cy="4648200"/>
          </a:xfrm>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Mexico</a:t>
            </a:r>
            <a:endParaRPr lang="en-US" altLang="en-US" sz="3200" dirty="0">
              <a:solidFill>
                <a:schemeClr val="tx1"/>
              </a:solidFill>
              <a:latin typeface="Times New Roman" charset="0"/>
              <a:ea typeface="Times New Roman" charset="0"/>
              <a:cs typeface="Times New Roman" charset="0"/>
            </a:endParaRPr>
          </a:p>
          <a:p>
            <a:pPr marL="685800" lvl="1" indent="-342900" eaLnBrk="1" hangingPunct="1"/>
            <a:r>
              <a:rPr lang="en-US" altLang="en-US" dirty="0">
                <a:solidFill>
                  <a:schemeClr val="tx1"/>
                </a:solidFill>
                <a:latin typeface="Times New Roman" charset="0"/>
                <a:ea typeface="Times New Roman" charset="0"/>
                <a:cs typeface="Times New Roman" charset="0"/>
              </a:rPr>
              <a:t>Morelos</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armies fight, unable to defeat Royalists</a:t>
            </a:r>
          </a:p>
          <a:p>
            <a:pPr marL="685800" lvl="1" indent="-342900" eaLnBrk="1" hangingPunct="1"/>
            <a:r>
              <a:rPr lang="en-US" altLang="en-US" dirty="0">
                <a:solidFill>
                  <a:schemeClr val="tx1"/>
                </a:solidFill>
                <a:latin typeface="Times New Roman" charset="0"/>
                <a:ea typeface="Times New Roman" charset="0"/>
                <a:cs typeface="Times New Roman" charset="0"/>
              </a:rPr>
              <a:t>1820: Fernando faces revolt.</a:t>
            </a:r>
          </a:p>
          <a:p>
            <a:pPr marL="685800" lvl="1" indent="-342900" eaLnBrk="1" hangingPunct="1"/>
            <a:r>
              <a:rPr lang="en-US" altLang="en-US" dirty="0">
                <a:solidFill>
                  <a:schemeClr val="tx1"/>
                </a:solidFill>
                <a:latin typeface="Times New Roman" charset="0"/>
                <a:ea typeface="Times New Roman" charset="0"/>
                <a:cs typeface="Times New Roman" charset="0"/>
              </a:rPr>
              <a:t>Creole-guerrilla alliance</a:t>
            </a:r>
          </a:p>
          <a:p>
            <a:pPr lvl="2" eaLnBrk="1" hangingPunct="1"/>
            <a:r>
              <a:rPr lang="en-US" altLang="en-US" dirty="0">
                <a:latin typeface="Times New Roman" charset="0"/>
                <a:ea typeface="Times New Roman" charset="0"/>
                <a:cs typeface="Times New Roman" charset="0"/>
              </a:rPr>
              <a:t>Creole army under Agustín de Iturbide allies with Vicente Guerrero, leader of guerrilla movements.</a:t>
            </a:r>
          </a:p>
          <a:p>
            <a:pPr marL="685800" lvl="1" indent="-342900" eaLnBrk="1" hangingPunct="1">
              <a:tabLst>
                <a:tab pos="396875" algn="l"/>
              </a:tabLst>
            </a:pPr>
            <a:r>
              <a:rPr lang="en-US" altLang="en-US" dirty="0">
                <a:solidFill>
                  <a:schemeClr val="tx1"/>
                </a:solidFill>
                <a:latin typeface="Times New Roman" charset="0"/>
                <a:ea typeface="Times New Roman" charset="0"/>
                <a:cs typeface="Times New Roman" charset="0"/>
              </a:rPr>
              <a:t>The monarchical solution</a:t>
            </a:r>
          </a:p>
          <a:p>
            <a:pPr lvl="2" eaLnBrk="1" hangingPunct="1"/>
            <a:r>
              <a:rPr lang="en-US" altLang="en-US" dirty="0">
                <a:latin typeface="Times New Roman" charset="0"/>
                <a:ea typeface="Times New Roman" charset="0"/>
                <a:cs typeface="Times New Roman" charset="0"/>
              </a:rPr>
              <a:t>Iturbide</a:t>
            </a:r>
          </a:p>
          <a:p>
            <a:pPr lvl="2" eaLnBrk="1" hangingPunct="1"/>
            <a:r>
              <a:rPr lang="en-US" altLang="en-US" dirty="0">
                <a:latin typeface="Times New Roman" charset="0"/>
                <a:ea typeface="Times New Roman" charset="0"/>
                <a:cs typeface="Times New Roman" charset="0"/>
              </a:rPr>
              <a:t>Rule lasted one year before he was ejected</a:t>
            </a:r>
          </a:p>
          <a:p>
            <a:pPr lvl="2" eaLnBrk="1" hangingPunct="1"/>
            <a:r>
              <a:rPr lang="en-US" altLang="en-US" dirty="0">
                <a:latin typeface="Times New Roman" charset="0"/>
                <a:ea typeface="Times New Roman" charset="0"/>
                <a:cs typeface="Times New Roman" charset="0"/>
              </a:rPr>
              <a:t>Republic established afterward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United Army</a:t>
            </a:r>
          </a:p>
        </p:txBody>
      </p:sp>
      <p:sp>
        <p:nvSpPr>
          <p:cNvPr id="54274"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Armies from Venezuela and Argentina converge on Peru.</a:t>
            </a:r>
          </a:p>
          <a:p>
            <a:pPr marL="685800" lvl="1" indent="-342900" eaLnBrk="1" hangingPunct="1"/>
            <a:r>
              <a:rPr lang="en-US" altLang="en-US" dirty="0">
                <a:solidFill>
                  <a:schemeClr val="tx1"/>
                </a:solidFill>
                <a:latin typeface="Times New Roman" charset="0"/>
                <a:ea typeface="Times New Roman" charset="0"/>
                <a:cs typeface="Times New Roman" charset="0"/>
              </a:rPr>
              <a:t>Simón Bolívar</a:t>
            </a:r>
          </a:p>
          <a:p>
            <a:pPr lvl="2" eaLnBrk="1" hangingPunct="1"/>
            <a:r>
              <a:rPr lang="en-US" altLang="en-US" dirty="0">
                <a:latin typeface="Times New Roman" charset="0"/>
                <a:ea typeface="Times New Roman" charset="0"/>
                <a:cs typeface="Times New Roman" charset="0"/>
              </a:rPr>
              <a:t>“The Liberator”</a:t>
            </a:r>
          </a:p>
          <a:p>
            <a:pPr lvl="2" eaLnBrk="1" hangingPunct="1"/>
            <a:r>
              <a:rPr lang="en-US" altLang="en-US" dirty="0">
                <a:latin typeface="Times New Roman" charset="0"/>
                <a:ea typeface="Times New Roman" charset="0"/>
                <a:cs typeface="Times New Roman" charset="0"/>
              </a:rPr>
              <a:t>Involved in Venezuelan independence from the start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Simón Bolívar</a:t>
            </a:r>
          </a:p>
        </p:txBody>
      </p:sp>
      <p:sp>
        <p:nvSpPr>
          <p:cNvPr id="54274"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Participated in Venezuelan independence struggle</a:t>
            </a:r>
          </a:p>
          <a:p>
            <a:pPr marL="685800" lvl="1" indent="-342900" eaLnBrk="1" hangingPunct="1"/>
            <a:r>
              <a:rPr lang="en-US" altLang="en-US" dirty="0">
                <a:solidFill>
                  <a:schemeClr val="tx1"/>
                </a:solidFill>
                <a:latin typeface="Times New Roman" charset="0"/>
                <a:ea typeface="Times New Roman" charset="0"/>
                <a:cs typeface="Times New Roman" charset="0"/>
              </a:rPr>
              <a:t>Convinced royalists to fight for independence causes</a:t>
            </a:r>
          </a:p>
          <a:p>
            <a:pPr marL="685800" lvl="1" indent="-342900" eaLnBrk="1" hangingPunct="1"/>
            <a:r>
              <a:rPr lang="en-US" altLang="en-US" dirty="0">
                <a:solidFill>
                  <a:schemeClr val="tx1"/>
                </a:solidFill>
                <a:latin typeface="Times New Roman" charset="0"/>
                <a:ea typeface="Times New Roman" charset="0"/>
                <a:cs typeface="Times New Roman" charset="0"/>
              </a:rPr>
              <a:t>Captured the viceregal capital of Bogota</a:t>
            </a:r>
          </a:p>
          <a:p>
            <a:pPr marL="685800" lvl="1" indent="-342900" eaLnBrk="1" hangingPunct="1"/>
            <a:r>
              <a:rPr lang="en-US" altLang="en-US" dirty="0">
                <a:solidFill>
                  <a:schemeClr val="tx1"/>
                </a:solidFill>
                <a:latin typeface="Times New Roman" charset="0"/>
                <a:ea typeface="Times New Roman" charset="0"/>
                <a:cs typeface="Times New Roman" charset="0"/>
              </a:rPr>
              <a:t>By 1822, his forces controlled all of northern South America.</a:t>
            </a:r>
          </a:p>
          <a:p>
            <a:pPr lvl="2" eaLnBrk="1" hangingPunct="1"/>
            <a:r>
              <a:rPr lang="en-US" altLang="en-US" dirty="0">
                <a:latin typeface="Times New Roman" charset="0"/>
                <a:ea typeface="Times New Roman" charset="0"/>
                <a:cs typeface="Times New Roman" charset="0"/>
              </a:rPr>
              <a:t>Captured Caracas and Quito</a:t>
            </a:r>
          </a:p>
        </p:txBody>
      </p:sp>
    </p:spTree>
    <p:extLst>
      <p:ext uri="{BB962C8B-B14F-4D97-AF65-F5344CB8AC3E}">
        <p14:creationId xmlns:p14="http://schemas.microsoft.com/office/powerpoint/2010/main" val="11554414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José de San Martín</a:t>
            </a:r>
          </a:p>
        </p:txBody>
      </p:sp>
      <p:sp>
        <p:nvSpPr>
          <p:cNvPr id="56322" name="Content Placeholder 2"/>
          <p:cNvSpPr>
            <a:spLocks noGrp="1"/>
          </p:cNvSpPr>
          <p:nvPr>
            <p:ph idx="1"/>
          </p:nvPr>
        </p:nvSpPr>
        <p:spPr/>
        <p:txBody>
          <a:bodyPr/>
          <a:lstStyle/>
          <a:p>
            <a:pPr marL="806450" lvl="2" indent="-349250" eaLnBrk="1" hangingPunct="1">
              <a:buFont typeface="Arial" pitchFamily="34" charset="0"/>
              <a:buChar char="•"/>
            </a:pPr>
            <a:r>
              <a:rPr lang="en-US" altLang="en-US" sz="2800" dirty="0">
                <a:latin typeface="Times New Roman" charset="0"/>
                <a:ea typeface="Times New Roman" charset="0"/>
                <a:cs typeface="Times New Roman" charset="0"/>
              </a:rPr>
              <a:t>Led combined Argentine-Chilean army</a:t>
            </a:r>
          </a:p>
          <a:p>
            <a:pPr marL="806450" lvl="2" indent="-349250" eaLnBrk="1" hangingPunct="1">
              <a:buFont typeface="Arial" pitchFamily="34" charset="0"/>
              <a:buChar char="•"/>
            </a:pPr>
            <a:r>
              <a:rPr lang="en-US" altLang="en-US" sz="2800" dirty="0">
                <a:latin typeface="Times New Roman" charset="0"/>
                <a:ea typeface="Times New Roman" charset="0"/>
                <a:cs typeface="Times New Roman" charset="0"/>
              </a:rPr>
              <a:t>Crossed Andes to surprise Spanish</a:t>
            </a:r>
          </a:p>
          <a:p>
            <a:pPr marL="806450" lvl="2" indent="-349250" eaLnBrk="1" hangingPunct="1">
              <a:buFont typeface="Arial" pitchFamily="34" charset="0"/>
              <a:buChar char="•"/>
            </a:pPr>
            <a:r>
              <a:rPr lang="en-US" altLang="en-US" sz="2800" dirty="0">
                <a:latin typeface="Times New Roman" charset="0"/>
                <a:ea typeface="Times New Roman" charset="0"/>
                <a:cs typeface="Times New Roman" charset="0"/>
              </a:rPr>
              <a:t>Captured Chilean capital</a:t>
            </a:r>
          </a:p>
          <a:p>
            <a:pPr marL="806450" lvl="2" indent="-349250" eaLnBrk="1" hangingPunct="1">
              <a:buFont typeface="Arial" pitchFamily="34" charset="0"/>
              <a:buChar char="•"/>
            </a:pPr>
            <a:r>
              <a:rPr lang="en-US" altLang="en-US" sz="2800" dirty="0">
                <a:latin typeface="Times New Roman" charset="0"/>
                <a:ea typeface="Times New Roman" charset="0"/>
                <a:cs typeface="Times New Roman" charset="0"/>
              </a:rPr>
              <a:t>Marched north to Lima</a:t>
            </a:r>
          </a:p>
          <a:p>
            <a:pPr marL="806450" lvl="2" indent="-349250" eaLnBrk="1" hangingPunct="1">
              <a:buFont typeface="Arial" pitchFamily="34" charset="0"/>
              <a:buChar char="•"/>
            </a:pPr>
            <a:r>
              <a:rPr lang="en-US" altLang="en-US" sz="2800" dirty="0">
                <a:latin typeface="Times New Roman" charset="0"/>
                <a:ea typeface="Times New Roman" charset="0"/>
                <a:cs typeface="Times New Roman" charset="0"/>
              </a:rPr>
              <a:t>Unable to complete victory in Peru</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Final Battles</a:t>
            </a:r>
          </a:p>
        </p:txBody>
      </p:sp>
      <p:sp>
        <p:nvSpPr>
          <p:cNvPr id="5837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Meeting in Guayaquil</a:t>
            </a:r>
          </a:p>
          <a:p>
            <a:pPr lvl="2" eaLnBrk="1" hangingPunct="1"/>
            <a:r>
              <a:rPr lang="en-US" altLang="en-US" dirty="0">
                <a:latin typeface="Times New Roman" charset="0"/>
                <a:ea typeface="Times New Roman" charset="0"/>
                <a:cs typeface="Times New Roman" charset="0"/>
              </a:rPr>
              <a:t>San Martín and Bolívar meet.</a:t>
            </a:r>
          </a:p>
          <a:p>
            <a:pPr lvl="2" eaLnBrk="1" hangingPunct="1"/>
            <a:r>
              <a:rPr lang="en-US" altLang="en-US" dirty="0">
                <a:latin typeface="Times New Roman" charset="0"/>
                <a:ea typeface="Times New Roman" charset="0"/>
                <a:cs typeface="Times New Roman" charset="0"/>
              </a:rPr>
              <a:t>Confidential discussions</a:t>
            </a:r>
          </a:p>
          <a:p>
            <a:pPr lvl="2" eaLnBrk="1" hangingPunct="1"/>
            <a:r>
              <a:rPr lang="en-US" altLang="en-US" dirty="0">
                <a:latin typeface="Times New Roman" charset="0"/>
                <a:ea typeface="Times New Roman" charset="0"/>
                <a:cs typeface="Times New Roman" charset="0"/>
              </a:rPr>
              <a:t>San Martín returns to Chile.</a:t>
            </a:r>
          </a:p>
          <a:p>
            <a:pPr lvl="2" eaLnBrk="1" hangingPunct="1"/>
            <a:r>
              <a:rPr lang="en-US" altLang="en-US" dirty="0">
                <a:latin typeface="Times New Roman" charset="0"/>
                <a:ea typeface="Times New Roman" charset="0"/>
                <a:cs typeface="Times New Roman" charset="0"/>
              </a:rPr>
              <a:t>Bolívar prepares final assault on Spanish power.</a:t>
            </a:r>
          </a:p>
          <a:p>
            <a:pPr lvl="1" eaLnBrk="1" hangingPunct="1"/>
            <a:r>
              <a:rPr lang="en-US" altLang="en-US" dirty="0">
                <a:solidFill>
                  <a:schemeClr val="tx1"/>
                </a:solidFill>
                <a:latin typeface="Times New Roman" charset="0"/>
                <a:ea typeface="Times New Roman" charset="0"/>
                <a:cs typeface="Times New Roman" charset="0"/>
              </a:rPr>
              <a:t>Final battles</a:t>
            </a:r>
          </a:p>
          <a:p>
            <a:pPr lvl="2" eaLnBrk="1" hangingPunct="1"/>
            <a:r>
              <a:rPr lang="en-US" altLang="en-US" dirty="0">
                <a:latin typeface="Times New Roman" charset="0"/>
                <a:ea typeface="Times New Roman" charset="0"/>
                <a:cs typeface="Times New Roman" charset="0"/>
              </a:rPr>
              <a:t>Bolívar takes two years to equip an army.</a:t>
            </a:r>
          </a:p>
          <a:p>
            <a:pPr lvl="2" eaLnBrk="1" hangingPunct="1"/>
            <a:r>
              <a:rPr lang="en-US" altLang="en-US" dirty="0">
                <a:latin typeface="Times New Roman" charset="0"/>
                <a:ea typeface="Times New Roman" charset="0"/>
                <a:cs typeface="Times New Roman" charset="0"/>
              </a:rPr>
              <a:t>1824: liberates two more countries</a:t>
            </a:r>
          </a:p>
          <a:p>
            <a:pPr lvl="2" eaLnBrk="1" hangingPunct="1"/>
            <a:r>
              <a:rPr lang="en-US" altLang="en-US" dirty="0">
                <a:latin typeface="Times New Roman" charset="0"/>
                <a:ea typeface="Times New Roman" charset="0"/>
                <a:cs typeface="Times New Roman" charset="0"/>
              </a:rPr>
              <a:t>Only Cuba and Puerto Rico remained Spanish.</a:t>
            </a:r>
          </a:p>
          <a:p>
            <a:pPr lvl="2" eaLnBrk="1" hangingPunct="1"/>
            <a:endParaRPr lang="en-US" altLang="en-US" dirty="0">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Unfinished Revolutions (1/2)</a:t>
            </a:r>
          </a:p>
        </p:txBody>
      </p:sp>
      <p:sp>
        <p:nvSpPr>
          <p:cNvPr id="60418" name="Content Placeholder 2"/>
          <p:cNvSpPr>
            <a:spLocks noGrp="1"/>
          </p:cNvSpPr>
          <p:nvPr>
            <p:ph idx="1"/>
          </p:nvPr>
        </p:nvSpPr>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Creoles took control of new republics.</a:t>
            </a:r>
          </a:p>
          <a:p>
            <a:pPr marL="685800" lvl="1" indent="-342900" eaLnBrk="1" hangingPunct="1"/>
            <a:r>
              <a:rPr lang="en-US" altLang="en-US" dirty="0">
                <a:solidFill>
                  <a:schemeClr val="tx1"/>
                </a:solidFill>
                <a:latin typeface="Times New Roman" charset="0"/>
                <a:ea typeface="Times New Roman" charset="0"/>
                <a:cs typeface="Times New Roman" charset="0"/>
              </a:rPr>
              <a:t>Postcolonial: independent, but still shaped by colonialism</a:t>
            </a:r>
          </a:p>
          <a:p>
            <a:pPr marL="685800" lvl="1" indent="-342900" eaLnBrk="1" hangingPunct="1"/>
            <a:r>
              <a:rPr lang="en-US" altLang="en-US" dirty="0">
                <a:solidFill>
                  <a:schemeClr val="tx1"/>
                </a:solidFill>
                <a:latin typeface="Times New Roman" charset="0"/>
                <a:ea typeface="Times New Roman" charset="0"/>
                <a:cs typeface="Times New Roman" charset="0"/>
              </a:rPr>
              <a:t>Hierarchy did not change except at the top.</a:t>
            </a:r>
          </a:p>
          <a:p>
            <a:pPr marL="685800" lvl="1" indent="-342900" eaLnBrk="1" hangingPunct="1"/>
            <a:r>
              <a:rPr lang="en-US" altLang="en-US" dirty="0">
                <a:solidFill>
                  <a:schemeClr val="tx1"/>
                </a:solidFill>
                <a:latin typeface="Times New Roman" charset="0"/>
                <a:ea typeface="Times New Roman" charset="0"/>
                <a:cs typeface="Times New Roman" charset="0"/>
              </a:rPr>
              <a:t>Patriarchy was unchanged.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Unfinished Revolutions (2/2)</a:t>
            </a:r>
          </a:p>
        </p:txBody>
      </p:sp>
      <p:sp>
        <p:nvSpPr>
          <p:cNvPr id="6246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Patriot women became powerful symbols.</a:t>
            </a:r>
          </a:p>
          <a:p>
            <a:pPr lvl="2" eaLnBrk="1" hangingPunct="1"/>
            <a:r>
              <a:rPr lang="en-US" altLang="en-US" dirty="0">
                <a:latin typeface="Times New Roman" charset="0"/>
                <a:ea typeface="Times New Roman" charset="0"/>
                <a:cs typeface="Times New Roman" charset="0"/>
              </a:rPr>
              <a:t>Manuela Beltrán</a:t>
            </a:r>
          </a:p>
          <a:p>
            <a:pPr lvl="2" eaLnBrk="1" hangingPunct="1"/>
            <a:r>
              <a:rPr lang="en-US" altLang="en-US" dirty="0">
                <a:latin typeface="Times New Roman" charset="0"/>
                <a:ea typeface="Times New Roman" charset="0"/>
                <a:cs typeface="Times New Roman" charset="0"/>
              </a:rPr>
              <a:t>Juana Azurduy</a:t>
            </a:r>
          </a:p>
          <a:p>
            <a:pPr lvl="2" eaLnBrk="1" hangingPunct="1"/>
            <a:r>
              <a:rPr lang="en-US" altLang="en-US" dirty="0">
                <a:latin typeface="Times New Roman" charset="0"/>
                <a:ea typeface="Times New Roman" charset="0"/>
                <a:cs typeface="Times New Roman" charset="0"/>
              </a:rPr>
              <a:t>Policarpa Salavarrieta</a:t>
            </a:r>
          </a:p>
          <a:p>
            <a:pPr lvl="1" eaLnBrk="1" hangingPunct="1"/>
            <a:r>
              <a:rPr lang="en-US" altLang="en-US" dirty="0">
                <a:solidFill>
                  <a:schemeClr val="tx1"/>
                </a:solidFill>
                <a:latin typeface="Times New Roman" charset="0"/>
                <a:ea typeface="Times New Roman" charset="0"/>
                <a:cs typeface="Times New Roman" charset="0"/>
              </a:rPr>
              <a:t>Leaders become disillusioned.</a:t>
            </a:r>
            <a:endParaRPr lang="en-US" altLang="en-US" sz="2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Bolívar believes Spanish Americans are unfit for government.</a:t>
            </a:r>
          </a:p>
          <a:p>
            <a:pPr lvl="2" eaLnBrk="1" hangingPunct="1"/>
            <a:r>
              <a:rPr lang="en-US" altLang="en-US" dirty="0">
                <a:latin typeface="Times New Roman" charset="0"/>
                <a:ea typeface="Times New Roman" charset="0"/>
                <a:cs typeface="Times New Roman" charset="0"/>
              </a:rPr>
              <a:t>Becomes authoritarian </a:t>
            </a:r>
          </a:p>
          <a:p>
            <a:pPr lvl="1" eaLnBrk="1" hangingPunct="1"/>
            <a:r>
              <a:rPr lang="en-US" altLang="en-US" dirty="0">
                <a:solidFill>
                  <a:schemeClr val="tx1"/>
                </a:solidFill>
                <a:latin typeface="Times New Roman" charset="0"/>
                <a:ea typeface="Times New Roman" charset="0"/>
                <a:cs typeface="Times New Roman" charset="0"/>
              </a:rPr>
              <a:t>Nativist rhetoric created expectations for social change among lower classes.</a:t>
            </a:r>
            <a:endParaRPr lang="en-US" altLang="en-US" sz="2400" dirty="0">
              <a:solidFill>
                <a:schemeClr val="tx1"/>
              </a:solidFill>
              <a:latin typeface="Times New Roman" charset="0"/>
              <a:ea typeface="Times New Roman" charset="0"/>
              <a:cs typeface="Times New Roman"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Foreign Travelers</a:t>
            </a:r>
          </a:p>
        </p:txBody>
      </p:sp>
      <p:sp>
        <p:nvSpPr>
          <p:cNvPr id="64514"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Foreign travelers to Latin America after independence</a:t>
            </a:r>
          </a:p>
          <a:p>
            <a:pPr marL="1085850" lvl="2" indent="-342900" eaLnBrk="1" hangingPunct="1"/>
            <a:r>
              <a:rPr lang="en-US" altLang="en-US" dirty="0">
                <a:solidFill>
                  <a:schemeClr val="tx1"/>
                </a:solidFill>
                <a:latin typeface="Times New Roman" charset="0"/>
                <a:ea typeface="Times New Roman" charset="0"/>
                <a:cs typeface="Times New Roman" charset="0"/>
              </a:rPr>
              <a:t>Missionaries</a:t>
            </a:r>
          </a:p>
          <a:p>
            <a:pPr marL="1085850" lvl="2" indent="-342900" eaLnBrk="1" hangingPunct="1"/>
            <a:r>
              <a:rPr lang="en-US" altLang="en-US" dirty="0">
                <a:solidFill>
                  <a:schemeClr val="tx1"/>
                </a:solidFill>
                <a:latin typeface="Times New Roman" charset="0"/>
                <a:ea typeface="Times New Roman" charset="0"/>
                <a:cs typeface="Times New Roman" charset="0"/>
              </a:rPr>
              <a:t>Business</a:t>
            </a:r>
          </a:p>
          <a:p>
            <a:pPr marL="1085850" lvl="2" indent="-342900" eaLnBrk="1" hangingPunct="1"/>
            <a:r>
              <a:rPr lang="en-US" altLang="en-US" dirty="0">
                <a:solidFill>
                  <a:schemeClr val="tx1"/>
                </a:solidFill>
                <a:latin typeface="Times New Roman" charset="0"/>
                <a:ea typeface="Times New Roman" charset="0"/>
                <a:cs typeface="Times New Roman" charset="0"/>
              </a:rPr>
              <a:t>Scientists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Foreign Commerce</a:t>
            </a:r>
          </a:p>
        </p:txBody>
      </p:sp>
      <p:sp>
        <p:nvSpPr>
          <p:cNvPr id="66562" name="Content Placeholder 2"/>
          <p:cNvSpPr>
            <a:spLocks noGrp="1"/>
          </p:cNvSpPr>
          <p:nvPr>
            <p:ph idx="1"/>
          </p:nvPr>
        </p:nvSpPr>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Explosion of foreign companies in Latin America</a:t>
            </a:r>
          </a:p>
          <a:p>
            <a:pPr marL="685800" lvl="1" indent="-342900" eaLnBrk="1" hangingPunct="1"/>
            <a:r>
              <a:rPr lang="en-US" altLang="en-US" dirty="0">
                <a:solidFill>
                  <a:schemeClr val="tx1"/>
                </a:solidFill>
                <a:latin typeface="Times New Roman" charset="0"/>
                <a:ea typeface="Times New Roman" charset="0"/>
                <a:cs typeface="Times New Roman" charset="0"/>
              </a:rPr>
              <a:t>Sixty British firms were established in Rio de Janeiro, twenty in Lima and thirty-four in Mexico City and Veracruz.</a:t>
            </a:r>
          </a:p>
          <a:p>
            <a:pPr marL="685800" lvl="1" indent="-342900" eaLnBrk="1" hangingPunct="1"/>
            <a:r>
              <a:rPr lang="en-US" altLang="en-US" dirty="0">
                <a:solidFill>
                  <a:schemeClr val="tx1"/>
                </a:solidFill>
                <a:latin typeface="Times New Roman" charset="0"/>
                <a:ea typeface="Times New Roman" charset="0"/>
                <a:cs typeface="Times New Roman" charset="0"/>
              </a:rPr>
              <a:t>In 1833, Brazil is Great Britain</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third largest market.</a:t>
            </a:r>
          </a:p>
          <a:p>
            <a:pPr marL="685800" lvl="1" indent="-342900" eaLnBrk="1" hangingPunct="1"/>
            <a:r>
              <a:rPr lang="en-US" altLang="en-US" dirty="0">
                <a:solidFill>
                  <a:schemeClr val="tx1"/>
                </a:solidFill>
                <a:latin typeface="Times New Roman" charset="0"/>
                <a:ea typeface="Times New Roman" charset="0"/>
                <a:cs typeface="Times New Roman" charset="0"/>
              </a:rPr>
              <a:t>French, British, and US individuals were attracted by exoticism of Latin America.</a:t>
            </a:r>
          </a:p>
          <a:p>
            <a:pPr marL="685800" lvl="1" indent="-342900" eaLnBrk="1" hangingPunct="1"/>
            <a:r>
              <a:rPr lang="en-US" altLang="en-US" dirty="0">
                <a:solidFill>
                  <a:schemeClr val="tx1"/>
                </a:solidFill>
                <a:latin typeface="Times New Roman" charset="0"/>
                <a:ea typeface="Times New Roman" charset="0"/>
                <a:cs typeface="Times New Roman" charset="0"/>
              </a:rPr>
              <a:t>Many brought scornful, arrogant attitudes.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Frances Calderón de la Barca</a:t>
            </a:r>
          </a:p>
        </p:txBody>
      </p:sp>
      <p:sp>
        <p:nvSpPr>
          <p:cNvPr id="68610"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Scottish woman married to Spanish diplomat in Mexico City</a:t>
            </a:r>
          </a:p>
          <a:p>
            <a:pPr marL="685800" lvl="1" indent="-342900" eaLnBrk="1" hangingPunct="1"/>
            <a:r>
              <a:rPr lang="en-US" altLang="en-US" dirty="0">
                <a:solidFill>
                  <a:schemeClr val="tx1"/>
                </a:solidFill>
                <a:latin typeface="Times New Roman" charset="0"/>
                <a:ea typeface="Times New Roman" charset="0"/>
                <a:cs typeface="Times New Roman" charset="0"/>
              </a:rPr>
              <a:t>Called Mexico City </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one of the noblest-looking cities</a:t>
            </a:r>
            <a:r>
              <a:rPr lang="ja-JP" altLang="en-US">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marL="685800" lvl="1" indent="-342900" eaLnBrk="1" hangingPunct="1"/>
            <a:r>
              <a:rPr lang="en-US" altLang="en-US" dirty="0">
                <a:solidFill>
                  <a:schemeClr val="tx1"/>
                </a:solidFill>
                <a:latin typeface="Times New Roman" charset="0"/>
                <a:ea typeface="Times New Roman" charset="0"/>
                <a:cs typeface="Times New Roman" charset="0"/>
              </a:rPr>
              <a:t>Wrote sympathetically on religion, indigenous peoples</a:t>
            </a:r>
          </a:p>
          <a:p>
            <a:pPr marL="685800" lvl="1" indent="-342900" eaLnBrk="1" hangingPunct="1"/>
            <a:r>
              <a:rPr lang="en-US" altLang="en-US" dirty="0">
                <a:solidFill>
                  <a:schemeClr val="tx1"/>
                </a:solidFill>
                <a:latin typeface="Times New Roman" charset="0"/>
                <a:ea typeface="Times New Roman" charset="0"/>
                <a:cs typeface="Times New Roman" charset="0"/>
              </a:rPr>
              <a:t>Critiqued lack of education for women</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Distorted Archive</a:t>
            </a:r>
          </a:p>
        </p:txBody>
      </p:sp>
      <p:sp>
        <p:nvSpPr>
          <p:cNvPr id="70658"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Travelers</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accounts offer subtle problems for historians.</a:t>
            </a:r>
          </a:p>
          <a:p>
            <a:pPr marL="1085850" lvl="2" indent="-342900" eaLnBrk="1" hangingPunct="1"/>
            <a:r>
              <a:rPr lang="en-US" altLang="en-US" dirty="0">
                <a:solidFill>
                  <a:schemeClr val="tx1"/>
                </a:solidFill>
                <a:latin typeface="Times New Roman" charset="0"/>
                <a:ea typeface="Times New Roman" charset="0"/>
                <a:cs typeface="Times New Roman" charset="0"/>
              </a:rPr>
              <a:t>Example</a:t>
            </a:r>
            <a:r>
              <a:rPr lang="en-US" altLang="en-US">
                <a:solidFill>
                  <a:schemeClr val="tx1"/>
                </a:solidFill>
                <a:latin typeface="Times New Roman" charset="0"/>
                <a:ea typeface="Times New Roman" charset="0"/>
                <a:cs typeface="Times New Roman" charset="0"/>
              </a:rPr>
              <a:t>: multiple view </a:t>
            </a:r>
            <a:r>
              <a:rPr lang="en-US" altLang="en-US" dirty="0">
                <a:solidFill>
                  <a:schemeClr val="tx1"/>
                </a:solidFill>
                <a:latin typeface="Times New Roman" charset="0"/>
                <a:ea typeface="Times New Roman" charset="0"/>
                <a:cs typeface="Times New Roman" charset="0"/>
              </a:rPr>
              <a:t>of wet nurses in Brazil</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30F05E6-0F85-F136-C7F9-231D9A2D31F4}"/>
              </a:ext>
            </a:extLst>
          </p:cNvPr>
          <p:cNvSpPr>
            <a:spLocks noGrp="1"/>
          </p:cNvSpPr>
          <p:nvPr>
            <p:ph type="ctrTitle"/>
          </p:nvPr>
        </p:nvSpPr>
        <p:spPr>
          <a:xfrm>
            <a:off x="1160392" y="838200"/>
            <a:ext cx="6823213" cy="3143250"/>
          </a:xfrm>
        </p:spPr>
        <p:txBody>
          <a:bodyPr anchor="t">
            <a:normAutofit/>
          </a:bodyPr>
          <a:lstStyle/>
          <a:p>
            <a:r>
              <a:rPr lang="en-US" altLang="en-US" sz="3200" b="0" dirty="0">
                <a:latin typeface="Times New Roman" charset="0"/>
                <a:ea typeface="Times New Roman" charset="0"/>
                <a:cs typeface="Times New Roman" charset="0"/>
              </a:rPr>
              <a:t>This concludes the PowerPoint presentation for </a:t>
            </a:r>
            <a:br>
              <a:rPr lang="en-US" altLang="en-US" sz="3200" b="0" dirty="0">
                <a:latin typeface="Times New Roman" charset="0"/>
                <a:ea typeface="Times New Roman" charset="0"/>
                <a:cs typeface="Times New Roman" charset="0"/>
              </a:rPr>
            </a:br>
            <a:r>
              <a:rPr lang="en-US" altLang="en-US" sz="3200" b="1" dirty="0">
                <a:latin typeface="Times New Roman" charset="0"/>
                <a:ea typeface="Times New Roman" charset="0"/>
                <a:cs typeface="Times New Roman" charset="0"/>
              </a:rPr>
              <a:t>Chapter 4: </a:t>
            </a:r>
            <a:br>
              <a:rPr lang="en-US" altLang="en-US" sz="3200" b="1" dirty="0">
                <a:latin typeface="Times New Roman" charset="0"/>
                <a:ea typeface="Times New Roman" charset="0"/>
                <a:cs typeface="Times New Roman" charset="0"/>
              </a:rPr>
            </a:br>
            <a:r>
              <a:rPr lang="en-US" altLang="en-US" sz="3200" b="1" dirty="0">
                <a:latin typeface="Times New Roman" charset="0"/>
                <a:ea typeface="Times New Roman" charset="0"/>
                <a:cs typeface="Times New Roman" charset="0"/>
              </a:rPr>
              <a:t>Independence</a:t>
            </a:r>
          </a:p>
        </p:txBody>
      </p:sp>
      <p:sp>
        <p:nvSpPr>
          <p:cNvPr id="5" name="Subtitle 2">
            <a:extLst>
              <a:ext uri="{FF2B5EF4-FFF2-40B4-BE49-F238E27FC236}">
                <a16:creationId xmlns:a16="http://schemas.microsoft.com/office/drawing/2014/main" id="{B8EB6891-7D7F-5F4C-77AA-B9DAAAB70DFF}"/>
              </a:ext>
            </a:extLst>
          </p:cNvPr>
          <p:cNvSpPr>
            <a:spLocks noGrp="1"/>
          </p:cNvSpPr>
          <p:nvPr>
            <p:ph type="subTitle" idx="1"/>
          </p:nvPr>
        </p:nvSpPr>
        <p:spPr>
          <a:xfrm>
            <a:off x="1565395" y="4572000"/>
            <a:ext cx="6013205" cy="1752600"/>
          </a:xfrm>
        </p:spPr>
        <p:txBody>
          <a:bodyPr>
            <a:normAutofit/>
          </a:bodyPr>
          <a:lstStyle/>
          <a:p>
            <a:r>
              <a:rPr lang="en-US" altLang="en-US" sz="2400" dirty="0">
                <a:solidFill>
                  <a:schemeClr val="tx1"/>
                </a:solidFill>
                <a:latin typeface="Times New Roman" charset="0"/>
                <a:ea typeface="Times New Roman" charset="0"/>
                <a:cs typeface="Times New Roman" charset="0"/>
              </a:rPr>
              <a:t>For additional resources, visit </a:t>
            </a:r>
            <a:r>
              <a:rPr lang="en-US" altLang="en-US" sz="2400" dirty="0">
                <a:latin typeface="Times New Roman" charset="0"/>
                <a:ea typeface="Times New Roman" charset="0"/>
                <a:cs typeface="Times New Roman" charset="0"/>
                <a:hlinkClick r:id="rId2"/>
              </a:rPr>
              <a:t>https://digital.wwnorton.com/bornfire5</a:t>
            </a:r>
            <a:endParaRPr lang="en-US" altLang="en-US"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2813379004"/>
      </p:ext>
    </p:extLst>
  </p:cSld>
  <p:clrMapOvr>
    <a:masterClrMapping/>
  </p:clrMapOvr>
</p:sld>
</file>

<file path=ppt/theme/theme1.xml><?xml version="1.0" encoding="utf-8"?>
<a:theme xmlns:a="http://schemas.openxmlformats.org/drawingml/2006/main" name="Chasteen_Ch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oc font">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D69AFE3D876FE4297EE28B5F70DC3F8" ma:contentTypeVersion="18" ma:contentTypeDescription="Create a new document." ma:contentTypeScope="" ma:versionID="24168822608d9d77dd2a031d1dc4320d">
  <xsd:schema xmlns:xsd="http://www.w3.org/2001/XMLSchema" xmlns:xs="http://www.w3.org/2001/XMLSchema" xmlns:p="http://schemas.microsoft.com/office/2006/metadata/properties" xmlns:ns2="d1c7c9a4-d043-4a67-96e5-2ff5b742a303" xmlns:ns3="9d64b6a7-e13d-4012-aff2-02bdd52222eb" targetNamespace="http://schemas.microsoft.com/office/2006/metadata/properties" ma:root="true" ma:fieldsID="974d88cf474a8c2222dc8cf659776bc2" ns2:_="" ns3:_="">
    <xsd:import namespace="d1c7c9a4-d043-4a67-96e5-2ff5b742a303"/>
    <xsd:import namespace="9d64b6a7-e13d-4012-aff2-02bdd52222e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c7c9a4-d043-4a67-96e5-2ff5b742a3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85876ee3-2b79-4d5d-9b03-6d8756831634"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64b6a7-e13d-4012-aff2-02bdd52222e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b26d98fc-0af3-417b-8254-413504fc40c8}" ma:internalName="TaxCatchAll" ma:showField="CatchAllData" ma:web="9d64b6a7-e13d-4012-aff2-02bdd52222e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1c7c9a4-d043-4a67-96e5-2ff5b742a303">
      <Terms xmlns="http://schemas.microsoft.com/office/infopath/2007/PartnerControls"/>
    </lcf76f155ced4ddcb4097134ff3c332f>
    <TaxCatchAll xmlns="9d64b6a7-e13d-4012-aff2-02bdd52222e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874399-FA12-4E2C-A2B5-547BADF1C9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c7c9a4-d043-4a67-96e5-2ff5b742a303"/>
    <ds:schemaRef ds:uri="9d64b6a7-e13d-4012-aff2-02bdd52222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E416178-FB93-405F-A52A-2C6815589261}">
  <ds:schemaRefs>
    <ds:schemaRef ds:uri="http://purl.org/dc/elements/1.1/"/>
    <ds:schemaRef ds:uri="http://purl.org/dc/dcmitype/"/>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9d64b6a7-e13d-4012-aff2-02bdd52222eb"/>
    <ds:schemaRef ds:uri="d1c7c9a4-d043-4a67-96e5-2ff5b742a303"/>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7EE4A17D-734B-4024-BAA2-2163A0B8BFA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Chasteen_Ch2</Template>
  <TotalTime>9506</TotalTime>
  <Words>1388</Words>
  <Application>Microsoft Macintosh PowerPoint</Application>
  <PresentationFormat>On-screen Show (4:3)</PresentationFormat>
  <Paragraphs>260</Paragraphs>
  <Slides>35</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Arial Black</vt:lpstr>
      <vt:lpstr>Calibri</vt:lpstr>
      <vt:lpstr>Times New Roman</vt:lpstr>
      <vt:lpstr>Wingdings</vt:lpstr>
      <vt:lpstr>Chasteen_Ch2</vt:lpstr>
      <vt:lpstr>Born in Blood &amp; Fire A Concise History of Latin America 5th Edition</vt:lpstr>
      <vt:lpstr>Independence</vt:lpstr>
      <vt:lpstr>The Liberator, Simón Bolívar</vt:lpstr>
      <vt:lpstr>Spanish Rule</vt:lpstr>
      <vt:lpstr>Revolution and War in Europe (1/3)</vt:lpstr>
      <vt:lpstr>Revolution and War in Europe (2/3)</vt:lpstr>
      <vt:lpstr>Revolution and War in Europe (3/3)</vt:lpstr>
      <vt:lpstr>Portuguese Court in Brazil (1/2)</vt:lpstr>
      <vt:lpstr>Portuguese Court in Brazil (2/2)</vt:lpstr>
      <vt:lpstr>Spanish Crisis</vt:lpstr>
      <vt:lpstr>Spanish American Rebellions</vt:lpstr>
      <vt:lpstr>PowerPoint Presentation</vt:lpstr>
      <vt:lpstr>Mexican Independence</vt:lpstr>
      <vt:lpstr>Father Miguel Hidalgo</vt:lpstr>
      <vt:lpstr>Father José María Morelos</vt:lpstr>
      <vt:lpstr>Peru’s Slower Start</vt:lpstr>
      <vt:lpstr>Creoles </vt:lpstr>
      <vt:lpstr>Nativism</vt:lpstr>
      <vt:lpstr>Brazilian Independence</vt:lpstr>
      <vt:lpstr>Portuguese Response</vt:lpstr>
      <vt:lpstr>Political Antagonisms</vt:lpstr>
      <vt:lpstr>Return of Fernando</vt:lpstr>
      <vt:lpstr>“Fringe Colonies”</vt:lpstr>
      <vt:lpstr>Patriot Victories in Mexico</vt:lpstr>
      <vt:lpstr>United Army</vt:lpstr>
      <vt:lpstr>Simón Bolívar</vt:lpstr>
      <vt:lpstr>José de San Martín</vt:lpstr>
      <vt:lpstr>Final Battles</vt:lpstr>
      <vt:lpstr>Unfinished Revolutions (1/2)</vt:lpstr>
      <vt:lpstr>Unfinished Revolutions (2/2)</vt:lpstr>
      <vt:lpstr>Foreign Travelers</vt:lpstr>
      <vt:lpstr>Foreign Commerce</vt:lpstr>
      <vt:lpstr>Frances Calderón de la Barca</vt:lpstr>
      <vt:lpstr>Distorted Archive</vt:lpstr>
      <vt:lpstr>This concludes the PowerPoint presentation for  Chapter 4:  Independence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Born in Blood &amp; Fire</dc:title>
  <dc:creator>Rob</dc:creator>
  <cp:lastModifiedBy>Kopp, Katherine</cp:lastModifiedBy>
  <cp:revision>67</cp:revision>
  <dcterms:created xsi:type="dcterms:W3CDTF">2011-05-18T19:10:49Z</dcterms:created>
  <dcterms:modified xsi:type="dcterms:W3CDTF">2024-06-06T18:28:44Z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0x0101002D69AFE3D876FE4297EE28B5F70DC3F8</vt:lpwstr>
  </property>
</Properties>
</file>